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4.xml" ContentType="application/vnd.openxmlformats-officedocument.presentationml.notesSlide+xml"/>
  <Override PartName="/ppt/ink/ink23.xml" ContentType="application/inkml+xml"/>
  <Override PartName="/ppt/notesSlides/notesSlide5.xml" ContentType="application/vnd.openxmlformats-officedocument.presentationml.notesSlide+xml"/>
  <Override PartName="/ppt/ink/ink24.xml" ContentType="application/inkml+xml"/>
  <Override PartName="/ppt/notesSlides/notesSlide6.xml" ContentType="application/vnd.openxmlformats-officedocument.presentationml.notesSlide+xml"/>
  <Override PartName="/ppt/ink/ink25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26.xml" ContentType="application/inkml+xml"/>
  <Override PartName="/ppt/notesSlides/notesSlide9.xml" ContentType="application/vnd.openxmlformats-officedocument.presentationml.notesSlide+xml"/>
  <Override PartName="/ppt/ink/ink27.xml" ContentType="application/inkml+xml"/>
  <Override PartName="/ppt/notesSlides/notesSlide10.xml" ContentType="application/vnd.openxmlformats-officedocument.presentationml.notesSlide+xml"/>
  <Override PartName="/ppt/ink/ink2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</p:sldIdLst>
  <p:sldSz cx="14630400" cy="8229600"/>
  <p:notesSz cx="8229600" cy="14630400"/>
  <p:embeddedFontLst>
    <p:embeddedFont>
      <p:font typeface="Bodoni MT Black" panose="02070A03080606020203" pitchFamily="18" charset="0"/>
      <p:bold r:id="rId16"/>
      <p:boldItalic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Instrument Sans Medium" panose="020B0604020202020204" charset="0"/>
      <p:regular r:id="rId22"/>
    </p:embeddedFont>
    <p:embeddedFont>
      <p:font typeface="Instrument Sans Semi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2" autoAdjust="0"/>
    <p:restoredTop sz="94610"/>
  </p:normalViewPr>
  <p:slideViewPr>
    <p:cSldViewPr snapToGrid="0" snapToObjects="1">
      <p:cViewPr>
        <p:scale>
          <a:sx n="69" d="100"/>
          <a:sy n="69" d="100"/>
        </p:scale>
        <p:origin x="677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858CC75-14E4-413D-A702-527DD53FB6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B56072-168D-4662-B4EE-F2361628078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93BFDF-6D14-43CC-8FBB-EF7CAE47805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0CEB9C-32B6-4971-8D39-9A80FD86F7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5C5A6-8EFD-4477-8E3F-C39299192E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F66567-8E05-47D9-9BB4-A750D3BAB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3325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15:32:44.37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15:32:45.33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15:32:46.47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15:32:47.49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15:32:47.82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15:32:48.86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15:32:49.24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</inkml:trace>
  <inkml:trace contextRef="#ctx0" brushRef="#br0" timeOffset="1">1 1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15:32:50.82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15:32:51.36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0,'0'0,"0"0,0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15:32:52.08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1,'0'0,"0"0,0 0,0 0,0 0,0 0,0 0,0 0,0 0,0 0,0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15:33:03.10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15:33:03.74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15:33:04.09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  <inkml:trace contextRef="#ctx0" brushRef="#br0" timeOffset="1">0 1,'0'0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15:33:04.44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15:34:49.108"/>
    </inkml:context>
    <inkml:brush xml:id="br0">
      <inkml:brushProperty name="width" value="0.05" units="cm"/>
      <inkml:brushProperty name="height" value="0.05" units="cm"/>
      <inkml:brushProperty name="color" value="#FFFFFF"/>
      <inkml:brushProperty name="ignorePressure" value="1"/>
    </inkml:brush>
  </inkml:definitions>
  <inkml:trace contextRef="#ctx0" brushRef="#br0">3928 2424,'-49'3,"-1"1,1 3,-1 2,2 2,-14 7,6-5,-1-2,0-3,0-2,-1-3,-232-2,166-3,94 2,-400-9,283-1,-133-25,13-2,241 32,0-1,0-2,1 0,0-1,1-2,0 0,1-2,0-1,1 0,-14-13,33 25,0 0,1 0,-1-1,0 0,1 1,0-1,-1 0,1 0,0 0,1-1,-1 1,1 0,-2-3,3 4,0 1,0 0,0-1,0 1,0 0,0 0,0-1,0 1,1 0,-1-1,0 1,1 0,-1 0,1 0,-1-1,1 1,0 0,0 0,-1 0,1 0,0 0,0 0,0 0,0 0,0 1,0-1,0 0,0 1,1-1,-1 0,0 1,0-1,0 1,1 0,-1-1,0 1,1 0,0 0,10-3,1 1,-1 0,1 1,0 1,0 0,-1 0,1 2,0-1,0 2,34 7,38 14,-15-4,5 0,4 1,1-3,43 3,116-5,223-16,-222-4,507 4,-852 0,-114 0,-9-11,-422-28,-68 28,376 13,413-2,23 1,1-3,-1-5,75-15,159-63,-176 42,343-97,-90 24,-259 82,21-6,-143 34,0 2,0 0,1 2,14 0,25-3,-125 9,-1-3,-4-2,-22-1,-972 2,942 2,-1 4,1 6,0 5,1 5,-94 32,169-43,30-9,-1 1,1 0,0 1,0 0,1 1,-1 0,1 1,0 0,1 1,-1 0,9-5,0-1,1 1,-1 0,0 0,1 0,-1-1,1 1,0 1,0-1,-1 0,1 0,1 0,-1 1,0-1,1 0,-1 1,1-1,-1 0,1 1,0-1,0 1,0-1,1 0,-1 1,0-1,1 1,0-1,-1 0,1 1,0-1,0 0,1 2,2 1,-1-1,1 1,0-1,0 0,0 0,1 0,-1 0,1-1,0 0,0 0,0 0,6 2,18 6,1-1,0-2,1-1,31 4,7-4,51-2,62-5,163-22,-214 5,0-6,123-38,27-17,-236 62,0-1,0-3,-2-2,13-9,-56 31,47-19,-33 14,-93 4,-45 15,0 5,-40 14,22-4,-143 30,3 13,-265 104,466-148,55-20,0 0,0 2,1 1,0 1,1 1,-18 13,41-26,1 0,-1 0,1 1,0-1,-1 0,1 0,-1 0,1 1,0-1,-1 0,1 0,0 1,0-1,-1 0,1 1,0-1,0 0,-1 1,1-1,0 1,0-1,0 0,0 1,-1-1,1 1,0-1,0 0,0 1,0-1,0 1,0-1,13 0,22-10,-30 9,21-8,-1 0,0-2,0-1,-1 0,15-13,-27 17,20-17,0 2,2 2,1 0,0 3,2 1,7-1,-24 11,8-3,1 0,6-5,-27 11,-1 0,0-1,1 1,-2-1,1 0,0-1,-1 0,0 0,-1 0,2-2,-6 7,0 0,0 0,0 0,-1 0,1 0,0 0,0 0,-1 0,1 0,-1 0,1 0,-1-1,1 1,-1 0,0 0,0 0,1-1,-1 1,0 0,0-1,0 1,0 0,-1 0,1-1,0 1,0 0,-1 0,1 0,-1-1,1 1,-1 0,0 0,1 0,-1 0,0 0,0 0,1 0,-1 0,0 0,0 0,0 1,0-1,0 0,0 1,-1-1,1 0,0 1,-7-3,-1 0,0 0,1 1,-1 1,0-1,-7 1,-171-7,-183 16,316-6,-801 50,508-15,133-12,-61 10,313-38,-14 2,-1-2,1 0,2-2,267-77,-190 50,373-117,220-78,2247-803,-2500 861,-137 40,-202 81,-3-4,11-11,23-28,-112 80,-23 11,0 0,0 0,1 0,-1 0,0 0,1 0,-1 0,0 0,1 1,-1-1,0 0,1 0,-1 0,0 0,0 0,1 0,-1 1,0-1,0 0,1 0,-1 1,0-1,0 0,0 0,1 0,-1 1,0-1,0 0,0 1,0-1,0 0,1 0,-1 1,0-1,0 0,0 1,0-1,0 3,-1 0,1 0,-1-1,1 1,-1 0,0 0,0-1,0 1,-1-1,1 1,-1-1,1 1,-1-1,0 1,-13 13,-1-1,0 0,-1-1,-1-1,0-1,-16 9,-27 19,-61 43,-3-4,-3-7,-86 34,173-85,1 1,0 2,-5 8,-2-1,-43 22,-104 57,-35 33,105-63,-240 169,158-104,-85 39,110-82,-305 178,404-227,-5 11,-37 23,107-74,0 1,-11 12,13-13,0 1,-13 8,3-12,24-10,1 1,-1-1,0 0,1 0,-1 0,1 0,-1 0,0 0,1-1,-1 1,1 0,-1 0,0 0,1-1,-1 1,1 0,-1 0,1-1,-1 1,1 0,-1-1,1 1,-1-1,1 1,-1-2,1 0,-1 0,1 0,-1 0,1 0,0 0,0 0,0 0,0 0,0 0,1 0,-1 0,0 0,1 0,-1 1,1-1,0 0,0 0,0 0,0 1,0-1,12-22,0 1,2 0,0 1,11-11,81-83,-92 101,693-644,-48 50,-302 255,-356 353,-1-1,1 1,0-1,-1 0,0 0,1 0,-1 0,0 0,0 0,0 0,0-1,-1 3,0-1,0 1,0-1,0 1,0 0,0-1,0 1,0 0,0-1,0 1,0 0,0-1,0 1,0 0,-1-1,1 1,0 0,0-1,0 1,-1 0,1 0,0-1,0 1,-1 0,1 0,0-1,-1 1,1 0,0 0,-1 0,1 0,0 0,-1-1,1 1,0 0,-1 0,1 0,-1 0,-5 0,1 0,-1 0,0 1,0-1,0 1,0 1,1-1,-3 1,-32 13,-1 1,2 1,0 3,-1 2,-20 10,-58 28,-699 386,643-328,89-57,-15 4,72-48,0 1,2 1,0 1,2 1,-3 5,-6 4,-21 16,33-32,2 2,0 1,1 0,1 2,1-1,0 2,-6 11,-22 40,15-26,2 2,-16 41,-49 141,83-209,-1 0,0 0,-6 6,4-6,0 0,2 1,-2 4,-1 9,-1 0,-2-2,-3 3,12-23,0-1,-1 0,-1-1,1 0,-2 0,1-1,-1 0,0 0,-1-1,-3 1,10-7,0 0,0 0,1-1,-1 1,0-1,0 0,-1 0,1-1,0 1,0-1,0 0,0 0,-1 0,3 0,1 0,-1-1,0 1,1-1,-1 1,0-1,1 1,-1-1,1 0,-1 0,1 0,-1 0,1 0,0 0,-1 0,1 0,0-1,0 1,0 0,0-1,0 1,0-1,0 1,1-1,-1 1,0-1,1 0,-1 1,1-1,0 0,-1 1,1-1,0 0,0 0,1-17,2 1,-1-1,2 1,0 0,2 0,5-14,5-18,-5 10,3 0,1 0,2 2,1 0,2 1,6-5,-25 40,1-1,-1 1,1 0,-1-1,0 0,0 1,0-1,0 1,-1-1,1 0,-1 0,1 1,-1-1,0 0,0 0,0 2,0 1,-1-1,1 0,0 1,0-1,-1 0,1 1,0-1,-1 1,1-1,0 0,-1 1,1-1,-1 1,1-1,-1 1,1 0,-1-1,0 1,1-1,-1 1,1 0,-1-1,-1 1,0 0,0-1,0 1,0 0,0 0,0 0,0 0,0 0,0 0,0 1,1-1,-3 1,-107 35,37-11,28-10,1 2,1 1,0 3,-35 23,36-19,0-2,-2-2,0-2,-16 3,60-21,0-1,0 1,-1-1,1 1,0-1,-1 0,1 1,0-1,-1 0,1 0,0 0,-1 0,1 0,0-1,-1 1,1 0,0-1,-1 1,1 0,0-1,-1 0,2 1,-1-1,1 0,-1 0,1 0,-1 1,1-1,0 0,-1 0,1 0,0 0,0 0,-1 0,1 1,0-1,0 0,0 0,0 0,0 0,0 0,1 0,-1 0,0 0,2-6,0 0,0 1,1-1,0 1,0 0,1 0,1-2,30-38,3 2,1 1,12-7,21-22,-23 23,3 3,2 2,2 2,1 3,2 3,2 2,39-15,-88 43,1 1,0 0,0 1,0 1,0 0,0 0,8 1,-17 1,-1 1,1 0,-1 0,1 0,-1 0,1 1,-1-1,1 1,-1 0,0 0,1 0,-1 1,0-1,0 1,0 0,0 0,0 0,0 0,-1 0,1 0,-1 1,1-1,-1 1,0 0,0 0,0 0,0 0,-1 0,1 0,-1 0,1 2,0 5,1 0,-1-1,-1 1,0 0,0 0,-1 0,-1 0,1 0,-2-1,1 1,-1 0,-1 0,0 2,-3 3,0-1,0 0,-1 0,-1 0,0-1,-1 0,0-1,-3 3,-3 1,1 2,0 0,2 0,0 1,1 1,-3 7,14-26,0-1,-1 1,1-1,-1 1,1-1,0 1,0 0,-1-1,1 1,0 0,0-1,0 1,0 0,0-1,-1 1,1 0,1-1,-1 1,0 0,0-1,0 1,0 0,0-1,0 1,1-1,-1 1,0 0,1-1,-1 1,0-1,1 1,-1-1,1 1,-1-1,1 1,-1-1,1 1,-1-1,1 1,-1-1,1 0,0 0,-1 1,1-1,-1 0,1 0,0 0,-1 1,1-1,0 0,-1 0,1 0,0 0,-1 0,1 0,0 0,-1-1,1 1,0 0,-1 0,1 0,0-1,6-1,0 0,0 0,0-1,-1 1,6-4,173-86,152-51,-177 78,326-121,-471 180,2 0,0 0,0 1,3 0,-17 4,-1 0,1 1,0-1,-1 1,1 0,0-1,-1 1,1 1,-1-1,1 0,0 1,-1-1,1 1,-1 0,1-1,-1 1,1 1,-1-1,0 0,1 1,-1-1,0 1,0 0,-1-1,0 1,0 0,0-1,0 1,0 0,0 0,-1 0,1 0,-1 0,1 0,-1 0,0 0,0 0,0 0,0 0,0 0,0 0,-1-1,1 1,0 0,-1 0,0 0,1 0,-1 0,0 0,0-1,0 1,0 0,-1-1,1 1,0-1,-1 1,1-1,-1 0,1 1,-9 8,-1-1,0 0,0-1,-9 4,14-8,-23 14,3-4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15:35:05.953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449 0,'337'0,"2223"0,-3094 23,486-20,-267 19,-320 16,-543-32,654-7,518 0,-1 1,0 1,1 0,-1 0,0 0,1 0,-1 1,1 0,0 1,0-1,-6 4,10-4,0 0,-1-1,1 1,0 0,1 0,-1 1,0-1,0 0,1 1,-1-1,1 1,0-1,0 1,0-1,0 1,0 0,1 0,-1-1,1 1,0 0,0 0,0 0,0 0,0-1,1 1,-1 0,1 0,-1 0,1-1,1 3,0 0,0 0,0-1,0 1,1-1,0 0,0 1,0-1,0-1,1 1,-1 0,1-1,0 0,0 0,0 0,1 0,-1-1,1 1,-1-1,1 0,0 0,19 6,0 0,0-2,22 3,-26-5,101 24,-2 5,8 9,232 93,-325-121,105 40,769 295,-425-166,-404-146,-65-29,0 0,1-1,-1-1,1 0,1-2,-1 1,14 1,-27-6,0 0,1 0,-1 0,1 0,-1 0,0 0,0-1,1 1,-1-1,0 1,1-1,-1 0,0 0,0 0,0 0,0 0,0-1,0 1,0-1,-1 1,2-2,0 0,-1-1,0 1,0-1,0 1,0-1,-1 0,0 1,1-1,-1 0,0 0,-1 0,1-1,0-9,-1 0,0 1,0-1,-2 0,0 0,0 1,-2-4,-2-1,0 0,-1 1,-1 0,-1 0,-10-15,-60-78,40 59,-114-155,74 105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15:36:05.074"/>
    </inkml:context>
    <inkml:brush xml:id="br0">
      <inkml:brushProperty name="width" value="0.35" units="cm"/>
      <inkml:brushProperty name="height" value="0.35" units="cm"/>
      <inkml:brushProperty name="color" value="#FFFFFF"/>
      <inkml:brushProperty name="ignorePressure" value="1"/>
    </inkml:brush>
  </inkml:definitions>
  <inkml:trace contextRef="#ctx0" brushRef="#br0">2868 1,'-20'-1,"1"1,-1 1,1 1,-1 0,1 2,0 0,0 1,-16 7,-291 121,-32 14,321-131,-82 37,0 7,13-5,-12-1,71-30,2 2,1 1,-27 24,23-17,43-31,0 1,-1 0,2 1,-1-1,0 1,0 1,5-6,-1 1,1 0,-1-1,1 1,-1 0,1-1,0 1,-1 0,1 0,0-1,-1 1,1 0,0 0,0 0,0 0,0-1,0 1,0 0,0 0,0 0,0-1,0 1,0 0,0 0,1 0,-1-1,0 1,1 0,-1 0,0-1,1 1,-1 0,1 0,-1-1,1 1,0-1,-1 1,1-1,0 1,-1-1,1 1,0-1,-1 1,1-1,0 0,0 1,-1-1,1 0,0 0,0 0,0 0,0 0,18 5,1-2,-1 0,1-1,-1-2,1 0,0 0,14-4,27 1,-38 2,50-1,0 3,0 3,0 3,16 6,22 10,1-4,1-6,1-4,45-5,-176-7,1 0,-1-1,1 0,0-1,-5-3,-44-13,-84-11,-2 7,70 12,-26-8,39 7,-30-2,-205-2,126 10,-129-4,87 5,60-7,85 6,-55 2,313 8,161-4,-323 0,-1-1,0 0,0-2,-1-1,1 0,-1-1,11-7,30-10,8 1,37-14,-93 33,0 0,1 1,-1 1,1 0,0 1,7 0,-5 0,1 0,-1-1,11-3,-12-2,-22 1,-27-1,-108 0,-71 9,51 1,73-1,40 0,0-2,1-2,-27-6,65 6,0 0,0-1,1 0,-1-1,1 0,0 0,0-1,1-1,-1 1,1-1,-2-2,6 5,1 0,-1-1,1 1,0-1,0 1,1-1,-1 0,1 0,-1 0,1 0,1-1,-1 1,0 0,1-1,0 1,0-1,1 0,-1 1,1-1,0 0,0 1,0-1,1 0,0 1,0-2,0 4,0-1,0 0,0 1,1-1,-1 1,1 0,0-1,-1 1,1 0,0 0,0 0,0 0,1 1,-1-1,0 1,1-1,-1 1,1 0,-1 0,1 0,0 0,-1 0,1 0,0 1,2-1,10-1,0 1,0 0,0 1,6 1,-6-1,15 0,-12 0,0 0,1 1,-1 1,6 1,-21-2,1-1,-1 1,1 0,-1 0,1 1,-1-1,0 1,0-1,0 1,0 0,0 0,0 0,0 1,-1-1,1 1,-1 0,1-1,-1 1,0 0,0 0,-1 0,1 1,0 1,-1-3,0 0,-1-1,1 1,-1 0,0 0,1 0,-1-1,0 1,0 0,0 0,0 0,-1 0,1 0,0-1,-1 1,1 0,-1 0,0-1,1 1,-1 0,0-1,0 1,-1 0,0 0,-1 0,1 1,-1-1,1-1,-1 1,0 0,0-1,0 1,0-1,0 0,0 0,-3 0,-11 3,0-2,0 0,-1-1,-14-2,23 1,-404-4,404 3,0 0,0 0,0-1,1 0,-1-1,0 1,1-2,0 1,0-1,0 0,0-1,1 0,0 0,0-1,0 0,0-1,4 4,0 1,0-1,0-1,1 1,-1 0,1-1,0 1,0-1,0 0,1 1,-1-1,1 0,0 0,0 0,0 0,1 0,-1 0,1-1,0 1,0 0,1 0,-1 0,1 0,0 0,0 0,0 0,0 0,1 0,0 1,0-1,0 0,0 1,0-1,1 1,1-2,1 0,0 1,-1 0,1 0,1 0,-1 0,1 1,-1 0,1 0,0 1,0-1,0 1,0 1,1-1,-1 1,0 0,1 0,21-1,0 0,0 2,4 2,-2-1,21 3,0 2,0 3,-1 2,10 5,8 1,-23-4,0 2,16 9,22 8,-65-26,53 20,0-4,2-2,44 4,-99-22,68 11,1-4,41-3,-1-5,-9 0,15-6,-125 4,-1 0,0-1,0 0,-1 0,1-1,0 1,4-4,-9 5,0 0,0-1,0 1,-1 0,1-1,0 1,-1-1,1 0,-1 1,1-1,-1 0,1-1,-2 2,0 0,1 0,-1 0,0 0,0 0,0 0,1 0,-1-1,0 1,0 0,-1 0,1 0,0 0,0 0,0 0,-1 0,1 0,-1 0,1 0,-1 0,1 0,-1 0,1 0,-1 0,0 1,0-1,-1-1,0 0,-1 0,1 0,-1 0,1 0,-1 1,0-1,1 1,-1 0,0 0,0 0,0 0,0 1,0-1,-1 1,-49-4,42 4,-425 0,170 3,212-1,1 2,0 2,0 3,-4 3,4 4,1 1,0 3,-13 10,11-7,-21 16,59-29,-1 0,0-2,0 0,-1-1,0-1,-8 1,10-4,0-2,0 0,-5-1,9 0,0 0,0 1,0 0,0 1,1 0,-4 2,12-2,0-1,0 1,0 0,0 0,0 1,0-1,1 1,-1-1,1 1,0 0,0 0,0 0,0 0,0 0,1 0,-1 1,0 1,-1-1,1 1,-1-1,0 0,0 0,0 0,-1-1,0 1,-17 11,16-13,1 1,0 0,-1 0,2 0,-1 1,0-1,-1 3,4-4,0-1,0 1,0 0,0-1,1 1,-1 0,1 0,-1 0,1-1,0 1,-1 0,1 0,0 0,0 0,0 0,1 0,-1-1,0 1,1 0,-1 0,1 0,0-1,0 2,3 5,0 0,1 0,0 0,0-1,1 0,0 0,0 0,1 0,-1-1,2 0,-1-1,0 0,8 4,18 9,1-1,28 10,-27-13,31 17,38 25,-81-44,0-1,1-1,0-1,0-2,1 0,-1-1,2-2,-1 0,0-2,1-1,1-1,-26 1,0-1,-1 0,1 0,0 0,-1-1,1 1,0 0,-1 0,1 0,-1 0,1-1,0 1,-1 0,1-1,-1 1,1 0,-1-1,1 1,-1 0,1-1,-1 1,1-1,-1 1,0-1,1 1,-1-1,0 0,1 1,-1-1,0 1,0-1,0 0,1 1,-1-1,0 1,0-1,0 0,0 1,0-1,0 0,0 1,0-1,0 0,-1 1,1-1,0 1,0-1,-1 0,1 1,0-1,0 1,-1-1,1 1,-1-1,1 1,-1-1,-24-37,23 34,-24-27,-24-23,22 25,-18-24,44 51,1 1,0-1,-1 1,1-1,0 0,0 1,0-1,0 0,0 0,1 0,-1 1,1-1,-1 0,1 0,0 0,-1 0,1 0,0 0,0 0,0 0,1 0,-1 0,0 0,1 0,0-1,0 2,0-1,1 1,-1 0,1 0,-1 0,1 0,0 0,-1 0,1 1,0-1,-1 0,1 1,0-1,0 1,0 0,0 0,-1 0,1 0,0 0,0 0,0 0,0 0,-1 1,1-1,0 1,0-1,0 1,43 13,-2 2,1 1,-2 2,9 8,35 15,-54-28,33 16,13 11,-57-30,0-1,1-1,0 0,0-2,1-1,0 0,0-2,7 0,39 1,-1-3,12-3,-29 1,-40-2,0 0,0 0,-1-1,1 0,-1-1,1 0,-1 0,-1-1,1-1,-1 0,1 0,6-7,-5 5,1-1,1 2,0 0,0 0,0 1,1 1,6-2,7 2,1 1,12 0,24-2,97-9,-81 9,24-7,-25 4,0 4,1 3,32 5,15-1,-83-3,-28-1,0 2,0 0,1 1,-1 0,0 1,7 3,-21-5,1 1,-1 0,0-1,0 1,-1 0,1 0,0 0,0 0,0 0,0 0,-1 1,1-1,-1 1,1-1,-1 1,0-1,1 1,-1 0,0 0,0-1,1 3,-2-2,0 0,1 0,-1 0,0 0,0 1,0-1,-1 0,1 0,0 0,-1 0,0 0,1 0,-1 0,0 0,0 0,0 0,-1 1,-2 4,-1 0,0-1,-1 0,1 0,-1-1,0 1,0-1,-1 0,0-1,-5 3,-7 2,0-2,-1 0,-1-1,1-1,-1 0,1-2,-21 1,-30-2,-50-5,16 0,-296 3,390 0,1-1,-1 0,1-1,-1-1,1 1,0-1,0-1,0 0,1 0,-1-1,1-1,0 1,3 1,0 0,1 0,0 0,0-1,0 0,1 0,-1 0,1 0,0-1,1 1,-1-1,1 0,0 0,1 0,-1-1,1 1,0-1,1 1,-1-3,-1-58,2-1,4-15,1-35,-6 74,1 30,0 0,1 0,0 0,1 0,1 0,0 0,3-10,-4 21,1 1,-1-1,1 1,0-1,0 1,0-1,0 1,0 0,0 0,1 0,-1 0,1 1,-1-1,1 1,0-1,0 1,0 0,-1 0,1 0,0 0,0 1,0-1,3 1,10-2,1 1,-1 1,1 1,0 0,3 0,23 1,20-1,0 2,0 4,-1 2,16 7,130 30,-150-38,0-3,1-2,0-3,11-3,37 1,-90 2,-6 0,-19 0,-7-1,0 1,-1 0,1 1,-1 1,0 0,1 1,-1 0,-33 11,0-2,-1-2,0-3,-1-1,0-3,-4-3,-619-2,636 0,0-1,-29-8,26 4,-1 2,-5 2,36 2,-10 0,20 3,11 3,14 3,1-2,0-1,0 0,0-2,18 0,133-4,-79-2,38 5,-21 0,37-7,-101-2,0-2,-1-3,-1-1,0-3,6-5,-6 4,23-4,1 2,7 3,-62 12,24-5,1-2,-2-2,1-2,-2-1,26-16,-49 24,1 0,0 1,0 1,0 1,1 0,0 1,0 1,0 1,0 0,11 1,20-1,43-9,-41 4,32 1,164 6,-311 2,1 3,-29 6,-12-1,0-4,-94-8,52 0,85 1,28-1,-1 2,1 1,-3 3,22-1,0 1,1 1,0 1,0 0,0 0,1 1,0 1,0 0,1 0,-10 10,4-5,0 0,-1-1,0-1,-5 2,4-3,0 0,1 1,0 2,1-1,0 2,1 0,1 1,-4 6,6-10,0-1,-1 0,0 0,0-2,-1 1,-1-2,1 0,-16 4,-52 26,55-25,0-1,-2-1,1-1,-1-2,-29 4,-26 7,46-11,0-1,0-2,-1-2,-29-2,506-1,-393-2,0-1,21-5,-19 1,1 3,16 1,74 7,-43-1,53-6,-68-10,-57 9,0 1,21-2,28 5,-41 1,0 0,0-3,29-5,10-2,0 2,0 4,0 3,30 4,23-1,-61-1,-29 1,1-2,0-1,-1-1,0-2,13-4,-42 7,0 0,0 0,0 0,0 0,0 0,-1-1,1 1,0-1,-1 0,1 0,-1 0,0 0,2-2,-3 3,0 0,-1 0,1-1,-1 1,1 0,-1-1,1 1,-1 0,0-1,0 1,0-1,1 1,-2-1,1 1,0 0,0-1,0 1,-1-1,1 1,0 0,-1-1,1 1,-1 0,0-1,1 1,-1 0,0 0,0 0,0-1,0 1,-4-5,0 0,-1 0,0 0,0 1,0 0,-1 0,1 1,-1-1,0 1,0 1,-1 0,1 0,-1 0,-2 0,-19-4,1 1,-1 2,-11 0,-10-2,-57-3,-1 4,-73 8,29-1,87-1,3 0,-16-4,75 3,0-1,0 1,-1-1,1 0,0 0,0 0,0 0,0-1,1 1,-1-1,-2-1,5 3,0 0,-1-1,1 1,-1-1,1 1,0 0,-1-1,1 1,0-1,-1 1,1-1,0 1,0-1,0 1,-1-1,1 1,0-1,0 1,0-1,0 1,0-1,0 1,0-1,0 1,0-1,1 0,-1 0,1 0,0 0,-1 0,1 0,0 0,0 0,-1 0,1 1,0-1,0 0,0 1,0-1,0 1,0-1,0 1,1-1,10-4,0 1,1 0,-1 1,1 1,0 0,-1 0,7 1,96 3,-61-1,618 1,-394-2,-270-1,-1 2,1-1,-1 1,0 0,0 0,1 1,-1 0,0 0,0 1,0 0,-3-1,0 1,-1-1,1 1,-1 0,1 0,-1 0,0 1,0-1,-1 1,1-1,-1 1,0 0,0 0,0 0,0 0,-1 1,1 1,9 24,-3 1,0 0,-2 0,-1 1,-2 0,0 2,-2 5,0-23,0 1,-1-1,-1 0,0 1,-1-1,-1 0,-1 1,3-15,0 1,-1 0,1-1,-1 1,0-1,0 0,0 0,0 0,0 1,0-2,-1 1,1 0,-1 0,1-1,-1 0,1 1,-1-1,0 0,0 0,-2 0,-10 3,0-1,-1 0,-10-1,-9 3,-33 3,-1-2,1-3,-64-6,12 0,-322 4,413-3,0-1,0-1,-12-4,-34-5,69 12,1 0,0 0,0 0,0 0,0-1,0 0,0 0,0 0,1-1,-1 1,1-1,-1 0,1 0,0-1,0 1,1-1,-4-3,3 0,0 1,1-1,-1 0,1 0,1 0,-1-1,1 1,1 0,-1-1,1 1,0-1,1-1,-1 4,1 0,0 1,0-1,0 0,1 0,0 0,0 1,0-1,0 0,1 1,-1-1,1 1,1-1,-1 1,0 0,1 0,0 0,0 0,0 1,1-1,-1 1,4-3,0 1,0 1,0 0,1 1,-1 0,1 0,0 0,0 1,0 0,0 1,0-1,0 2,0-1,2 1,307 2,-85 1,-147-2,-1 1,15-6,-8-11,-1 0,-80 14,0 0,0 1,0 1,0-1,-1 2,1-1,8 3,-14-2,-1-1,1 1,-1 0,1 0,-1 0,0 0,0 1,0-1,0 1,-1 0,1 0,-1 0,1 0,-1 0,0 1,0-1,-1 0,1 1,-1 0,1-1,-1 1,0 0,-1-1,1 1,0 3,1 14,-1 1,-1-1,0 0,-3 9,1 3,1 9,2-22,-1-1,-2 0,1 0,-2 0,-4 12,6-27,0 0,-1 1,1-1,-1 0,0 0,-1 0,1 0,-1 0,1-1,-1 1,0-1,-1 0,1 0,-1 0,1 0,-1 0,0-1,0 0,0 1,0-1,0-1,0 1,-1-1,1 0,-4 1,-24 2,-1-1,1-2,-1-1,-23-4,-24 1,-1 4,47 1,1-1,-1-3,-21-3,46 3,1 0,0-1,0 0,0-1,0 0,-2-2,-37-15,13 14,1 2,-1 1,0 1,0 3,0 0,-31 5,-31 12,22-3,-98 15,39 1,129-29,-1 0,1 0,0 0,0 1,-1 0,1 0,0 0,1 0,-1 1,0-1,1 1,-2 1,4-3,1-1,0 1,-1-1,1 0,-1 1,1-1,0 1,0-1,-1 1,1 0,0-1,0 1,-1-1,1 1,0-1,0 1,0 0,0-1,0 1,0-1,0 1,0 0,0-1,0 1,0-1,0 1,1 0,-1-1,0 1,0-1,1 1,0 0,1 1,0-1,-1 0,1 0,0 0,0 0,0 0,0 0,0 0,-1-1,2 1,-1-1,0 1,0-1,1 0,15 4,1-2,0 0,0-1,0-1,0-1,0 0,-1-2,1 0,0-1,14-5,-25 6,1-1,-1 0,0 0,0 0,0-1,0 0,-1-1,0 0,0 0,-1 0,1-1,-1 0,-1 0,0 0,0-1,0 0,-1 0,0 0,0-1,-1 1,0-1,-1 0,1-1,2-22,-2 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15:36:14.442"/>
    </inkml:context>
    <inkml:brush xml:id="br0">
      <inkml:brushProperty name="width" value="0.35" units="cm"/>
      <inkml:brushProperty name="height" value="0.35" units="cm"/>
      <inkml:brushProperty name="color" value="#FFFFFF"/>
      <inkml:brushProperty name="ignorePressure" value="1"/>
    </inkml:brush>
  </inkml:definitions>
  <inkml:trace contextRef="#ctx0" brushRef="#br0">0 1,'0'0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04:25:31.283"/>
    </inkml:context>
    <inkml:brush xml:id="br0">
      <inkml:brushProperty name="width" value="0.35" units="cm"/>
      <inkml:brushProperty name="height" value="0.35" units="cm"/>
      <inkml:brushProperty name="color" value="#FFFFFF"/>
      <inkml:brushProperty name="ignorePressure" value="1"/>
    </inkml:brush>
  </inkml:definitions>
  <inkml:trace contextRef="#ctx0" brushRef="#br0">1354 737,'1'-4,"0"0,1 1,-1-1,1 1,0-1,0 1,0 0,1 0,-1 0,1 0,-1 0,1 0,0 1,0-1,0 1,1 0,4-5,9-6,0 0,0 1,2 1,-1 1,5-1,102-41,-82 35,477-162,-802 263,274-82,-495 150,446-140,-1-3,-33 0,33-4,0 2,-30 10,-254 76,196-56,-43 1,-24 5,295-61,0 0,49-18,-105 27,0-1,-1-1,0-2,-1 0,-1-1,0-1,2-4,-7 6,-11 8,-1 1,1-1,-1-1,0 1,0-1,-1 0,0 0,0-1,0 0,3-6,-7 12,-1 0,0 1,0-1,0 0,1 1,-1-1,0 0,0 0,0 1,0-1,-1 0,1 1,0-1,0 0,0 1,0-1,-1 0,1 1,0-1,-1 0,1 1,0-1,-1 1,1-1,-1 1,1-1,-1 1,1-1,-1 1,1-1,-1 1,0 0,1-1,-1 1,1 0,-1-1,0 1,1 0,-1 0,0 0,0 0,-31-5,29 4,-62 0,-51 5,60 0,-1-3,-36-5,90 4,1 0,-1 0,1 0,-1-1,1 1,-1-1,1 0,-1 1,1-1,0 0,-1 0,1-1,0 1,0 0,0-1,0 0,0 1,0-1,1 0,-1 0,0 0,1 0,0 0,-1-1,1 0,0 0,1 0,0 0,-1 0,1-1,1 1,-1 0,0 0,1 0,-1 0,1 0,0 0,0 0,0 0,0 1,1-1,-1 0,1 1,0-1,0 0,6-8,0 1,1 0,0 0,1 1,0 1,0-1,1 1,0 1,5-3,29-14,39-15,-69 32,115-43,-82 32,8 1,1 2,0 2,32-2,-49 9,-6-1,30-11,-35 9,0 1,26-3,21 5,0 3,32 5,-28 0,-44 0,-21 2,-15-4,0 1,0-1,0 0,0 0,0 0,0 1,0-1,0 0,0 0,0 0,0 1,0-1,0 0,0 0,0 1,0-1,0 0,0 0,0 0,0 1,0-1,0 0,0 0,0 0,-1 1,1-1,0 0,0 0,0 0,0 0,0 1,-1-1,1 0,0 0,0 0,0 0,-1 0,1 0,0 1,0-1,0 0,-1 0,1 0,0 0,0 0,0 0,-1 0,1 0,0 0,0 0,-1 0,-28 12,-1-1,-1-2,0-1,-15 2,1 0,-104 24,-183 46,59-21,264-58,6 0,-6 0,1 0,0 1,-1 0,1 1,0-1,1 2,-1-1,-4 4,11-7,1 0,0 1,-1-1,1 0,0 1,0-1,-1 0,1 1,0-1,0 0,0 1,0-1,-1 1,1-1,0 0,0 1,0-1,0 1,0-1,0 1,0-1,0 0,0 1,0-1,0 1,1-1,-1 0,0 1,0-1,0 1,0-1,1 0,-1 1,0-1,0 0,1 1,-1-1,0 0,1 1,-1-1,0 0,1 0,-1 1,0-1,1 0,-1 0,0 0,1 0,-1 0,1 1,-1-1,0 0,1 0,-1 0,1 0,18 6,-1-1,1-1,0 0,1-1,-1-2,19 1,-5-1,230 11,0-13,-1-10,0-12,217-50,-436 66,-23 4,0 0,0-2,6-2,-5-5,-23 7,-15 3,-32 5,1 2,0 2,-2 2,-29 4,-188 36,101-18,-138 9,507-66,-18 1,-181 24,97-9,0 5,63 6,-159-1,0 0,-1 1,1 0,0 0,0 0,0 0,0 1,-5-2,1 0,-1 0,0 1,1-1,-1 0,0 0,1 0,-1 1,0-1,0 0,1 0,-1 1,0-1,0 0,0 1,1-1,-1 0,0 1,0-1,0 0,0 1,0-1,0 1,1-1,-1 0,0 1,0-1,0 0,0 1,0-1,0 0,-1 1,1-1,0 1,-1 0,0 1,0 0,0-1,0 1,0-1,-1 1,1-1,-1 0,1 1,-1-1,1 0,-1 0,-38 23,0-3,-2-1,0-2,-20 5,61-23,-418 143,-336 65,661-185,-18-2,75-19,37-2,0 0,0 0,-1 0,1 0,0 0,0 0,0 0,-1 0,1 0,0 0,0 0,0 0,0-1,-1 1,1 0,0 0,0 0,0 0,0 0,-1 0,1 0,0 0,0-1,0 1,0 0,0 0,-1 0,1 0,0 0,0-1,0 1,0 0,0 0,0 0,0-1,0 1,0 0,0 0,0 0,0 0,0-1,0 1,0 0,0 0,0 0,0-1,0 1,0 0,0 0,0 0,0 0,0-1,0 1,0 0,0 0,1 0,-1 0,0-1,0 1,0 0,0 0,0 0,0 0,1 0,6-6,0 2,1-1,-1 1,1 0,0 0,2 0,210-87,187-50,-351 129,-43 13,-19 6,-26 11,-147 50,-2-8,-82 13,200-55,0-3,-1-3,-1-3,-61 1,105-9,1 0,-1 1,0 1,1 1,-12 5,9 1,23-10,0 1,0-1,0 0,0 1,0-1,0 0,0 0,0 1,0-1,0 0,0 0,0 1,0-1,0 0,0 0,0 1,0-1,1 0,-1 0,0 1,0-1,0 0,0 0,1 0,-1 1,0-1,0 0,0 0,1 0,-1 0,0 1,0-1,1 0,-1 0,0 0,0 0,1 0,-1 0,0 0,0 0,1 0,-1 0,0 0,52 9,275 3,-78-5,385 10,-577-15,-44 2,-17 3,-21 5,25-12,-98 31,-1-4,-32 2,997-207,-422 84,-227 58,-9 1,-145 22,-26 4,0 1,1 3,20-1,2 2,-2-3,1-3,10-5,86-16,-226 57,-271 92,196-65,98-34,-2-1,0-3,-31 5,-50 9,84-16,-2-3,0-2,-27 1,-447-6,268-6,252 3,-9 0,0 0,0-1,0 0,0-1,-9-2,19 3,0 1,0-1,0 0,0 0,0 0,0 0,0 0,0 0,0 0,0-1,1 1,-1-1,1 1,-1-1,1 0,-1 1,1-1,0 0,0 0,0 0,0 0,0 0,0 0,1 0,-1 0,1-1,-1 1,1 0,0 0,0 0,0-1,0 1,0-1,1-3,0 1,0-1,1 1,0-1,0 1,0 0,1 0,-1 0,1 0,0 0,2 0,45-51,2 7,2 4,3 1,1 3,2 3,1 2,10-1,134-58,59-12,-204 83,394-139,-315 121,1 7,45-2,-20 3,-90 17,-70 16,0-1,0 1,1 0,-1 0,0 0,1 0,-1 1,0 0,1 0,-1 1,1-1,-1 1,0 0,1 1,-5-2,-1 1,1-1,0 1,-1-1,1 1,-1-1,1 1,-1-1,0 1,1-1,-1 1,0 0,1-1,-1 1,0 0,1-1,-1 1,0 0,0-1,0 1,0 0,0 0,0-1,0 1,0 0,0-1,0 1,0 0,0-1,-1 1,1 0,0-1,-1 1,1 0,0-1,-1 1,1 0,0-1,-1 1,0-1,-22 28,21-26,-47 44,-2-3,-2-2,-32 18,-32 14,-31 10,131-75,-270 137,220-115,0-4,-2-3,-30 6,13-14,57-11,1 1,0 1,-5 3,-191 77,-7 1,173-72,57-14,0-1,-1 1,1-1,-1 0,1 1,-1-1,1 0,0 0,-1 0,1 0,-1 0,1-1,-1 1,1 0,-1-1,2 0,0 0,1 0,-1 0,1 0,-1 0,1 1,-1-1,1 0,0 0,-1 1,1-1,0 0,0 0,0 1,-1-1,1 1,0-1,0 1,0-1,0 1,0 0,83-49,63-26,-61 32,484-223,-440 218,94-19,-122 38,60-16,-112 33,-34 14,-11 6,-6-6,1 0,-1 1,0-1,0 0,0 0,0 0,-1 0,1 0,0 0,-1 0,0 1,-23 22,0 0,-1-2,-2-1,0-1,-10 4,-5 6,-311 202,-85 27,397-235,-1-2,-1-2,-1-2,-1-2,-9 1,47-16,-5 1,18-5,22-6,189-72,27-23,-93 38,-49 21,268-105,-30 17,-266 109,44-5,-52 13,-1-2,31-14,-24 3,0 3,2 4,0 2,23 0,-87 18,0 0,0 0,0 1,0 0,0 0,8 2,-15-2,-1 1,1-1,-1 0,0 1,1-1,-1 1,0-1,1 1,-1 0,0 0,0-1,1 1,-1 0,0 0,0 0,0 0,0 0,0 1,-1-1,1 0,0 0,0 1,-1-1,1 0,-1 1,1-1,-1 0,0 1,1-1,-1 1,0-1,0 1,0-1,0 1,0-1,0 0,-1 1,1-1,0 1,-1-1,1 0,-1 1,0-1,0 1,-3 7,0 0,0-1,-1 1,-1-1,1-1,-1 1,0-1,-1 0,0 0,-3 1,-21 18,-29 18,41-30,-182 119,160-109,-1-2,-1-2,0-2,-6 0,-1-4,-31 3,9-2,41-7,-64 14,-51 22,107-31,0-2,0-2,-1-2,-34 3,-13 1,1 5,0 3,-32 14,-18 1,134-34,1 1,0-1,-1 1,1-1,0 1,0 0,-1-1,1 1,0 0,0 0,0 0,0 0,0 0,0 0,0 0,0 0,0 1,1-2,0 1,0 0,-1 0,1 0,0 0,0-1,0 1,0 0,0 0,0 0,0 0,0-1,1 1,-1 0,0 0,0 0,1-1,-1 1,0 0,1 0,0 0,1 3,1-1,1 1,-1-1,1 1,-1-1,1 0,0-1,0 1,0 0,1-1,35 18,0-2,2-2,0-2,1-1,3-2,51 9,78 5,-106-18,6 1,56 13,-60-8,2-2,0-4,9-3,221-5,-115-2,236 3,-1566 0,1134 1,1-1,-1-1,1 0,-1 0,1 0,-2-1,7 1,1 1,-1-1,0 0,1 1,0-1,-1 0,1 0,-1 0,1 0,0 0,0 0,-1 0,1-1,0 1,0 0,0-1,1 1,-1-1,0 1,0-1,1 1,-1-1,1 1,-1-1,1 0,0 1,0-1,0 0,-1 1,2-2,-1-2,1 0,-1 1,1-1,1 0,-1 1,1-1,-1 1,1 0,1 0,1-4,33-42,-32 43,30-34,1 1,3 2,35-27,139-96,-40 33,-151 109,-7 7,1-1,-1 2,2 0,0 1,13-6,-28 16,-8 6,-51 43,-39 23,-6 4,60-43,-11 8,-9 13,49-42,0 1,2 0,-1 1,2 0,0 0,0 1,1 1,8-13,-1-1,1 1,0 0,0 0,0 0,0 0,1 0,-1 0,1 0,-1 0,1 0,0 0,0 0,1 0,-1 0,1 0,0 2,0-4,0 1,0-1,0 1,0-1,0 1,1-1,-1 0,0 0,1 1,-1-1,1 0,0 0,-1-1,1 1,0 0,-1 0,1-1,0 1,0-1,0 0,-1 1,1-1,0 0,0 0,0 0,0 0,0-1,1 1,12-2,0-1,-1 0,1-1,-1 0,0-1,0-1,6-3,33-18,12-11,-23 14,72-44,115-61,-223 126,-1 1,1-1,0 1,0 0,0 0,0 1,0 0,1 0,-1 0,-5 1,0 0,0 0,-1 0,1 0,0 1,0-1,-1 0,1 0,0 0,0 1,-1-1,1 0,0 1,-1-1,1 1,-1-1,1 1,0-1,-1 1,1-1,-1 1,0-1,1 1,-1 0,1-1,-1 1,0 0,1 1,-1 0,0 1,0-1,0 0,0 1,0-1,0 0,0 0,-1 1,0-1,1 0,-1 0,0 0,0 1,-15 30,0-1,-2 0,-2-2,0 0,-3 0,-20 29,5-4,-120 179,150-222,-20 36,27-45,-1-1,1 1,0 0,1 0,-1-1,0 1,1 0,0 0,-1 0,1 0,0 0,0 0,1-1,-1 1,1 2,-1-4,1 0,-1 0,0 0,1 0,-1-1,1 1,-1 0,1 0,-1-1,1 1,0 0,-1-1,1 1,0 0,0-1,-1 1,1-1,0 1,0-1,0 0,-1 1,1-1,0 0,0 1,0-1,0 0,0 0,0 0,0 0,0 0,0 0,2 0,0-1,0 0,0 1,0-1,0 0,0 0,0-1,0 1,1-2,15-9,0-1,-1-1,-1-1,0 0,3-6,78-92,-69 79,20-24,94-113,46-83,-187 252,13-21,0 0,3-11,-15 28,0 0,-1 0,1 0,-1 0,-1 0,1 0,-1-1,0 1,-1-1,0 1,0-1,0-4,-1 9,1-1,-1 1,0 0,0-1,0 1,0 0,0 0,0 0,0 0,-1 0,1 0,-1 0,1 0,-1 1,0-1,0 0,0 1,0 0,0-1,0 1,0 0,0 0,-1 0,1 0,0 1,-1-1,1 1,-7-2,0 1,0 0,1 0,-1 1,0 0,0 1,0 0,-32 5,0 2,0 2,-31 11,-121 52,143-52,-65 29,62-26,-1-1,-54 14,71-32,36-5,1 0,0 0,-1 0,1 0,0 0,-1 0,1 0,0 0,-1 0,1 0,0-1,-1 1,1 0,0 0,0 0,-1 0,1-1,0 1,0 0,-1 0,1 0,0-1,0 1,0 0,-1 0,1-1,0 1,0 0,0-1,0 1,0 0,-1-1,1 1,0 0,0 0,1-2,-1 1,1-1,-1 1,1 0,-1-1,1 1,0 0,0-1,0 1,0 0,0 0,0 0,0 0,0 0,40-36,1 2,1 1,18-8,12-10,-56 40,-3 1,2-1,-1 2,1 0,1 1,0 1,2 0,-17 7,0 0,1 1,-1-1,0 1,0-1,0 1,1 0,-1 0,0 0,0 1,1-1,-1 0,0 1,-1-1,0 1,0-1,-1 1,1-1,0 1,-1-1,1 1,-1-1,1 1,0 0,-1-1,0 1,1 0,-1-1,1 1,-1 0,0 0,1-1,-1 1,0 0,0 0,0 0,0 0,1-1,-1 1,0 0,-1 0,1 0,0 0,0-1,0 1,0 0,-1 0,1 0,0 0,-3 7,0 0,0 0,0-1,-1 1,0-1,-1 1,1-1,-1-1,-1 1,-3 3,-16 15,0-2,-3 1,9-8,-162 127,-54 25,1-1,208-148,-1 0,-1-2,-8 2,23-13,0 0,-1-1,0 0,0-1,0-1,-1 0,1-1,-4 0,16-2,-1 0,1 0,-1 0,1-1,0 1,-1-1,1 1,-1-1,1 0,0 0,0 0,-1 0,1 0,0 0,0-1,0 1,0-1,0 1,1-1,-1 0,0 0,1 0,-1 0,1 0,0 0,0 0,0 0,0-1,0 1,0 0,0-1,-2-9,0-1,0 0,2 0,-1 0,1-6,1 7,-4-192,4 198,0 0,-1 0,0 1,0-1,0 1,-1-1,1 1,-1-1,-1 1,1 0,-1 0,0 0,0 0,0 0,-1 1,1 0,-1-1,0 1,-1 1,1-1,-1 0,1 1,-1 0,0 0,0 1,-1-1,1 1,-2 0,-36-13,-23-4,66 19,-57-15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04:26:01.527"/>
    </inkml:context>
    <inkml:brush xml:id="br0">
      <inkml:brushProperty name="width" value="0.35" units="cm"/>
      <inkml:brushProperty name="height" value="0.35" units="cm"/>
      <inkml:brushProperty name="color" value="#FFFFFF"/>
      <inkml:brushProperty name="ignorePressure" value="1"/>
    </inkml:brush>
  </inkml:definitions>
  <inkml:trace contextRef="#ctx0" brushRef="#br0">55 79,'17'16,"-1"-1,-1 1,0 1,0 2,-10-12,-1 0,0 1,0-1,0 1,-1 0,0 0,-1 0,0 1,1 6,-2-3,0 0,-1 0,-1 0,0 0,0 0,-1 0,-1 0,0 0,-1-1,0 1,-1-1,0 0,-1 0,0-1,0 1,-1-1,6-9,0 1,0 0,0-1,-1 1,1 0,0-1,-1 1,1-1,-1 0,1 0,-1 1,0-1,1 0,-1 0,0 0,0-1,0 1,0 0,0-1,-1 1,1-2,1 1,-1 0,1-1,-1 0,1 1,-1-1,1 0,-1 0,1 0,0 0,-1 0,1 0,0 0,0 0,0-1,0 1,0 0,0-1,0 1,0-1,1 1,-1-1,0 1,1-1,-1-1,-6-20,0-1,2-1,1 1,1-1,0 0,2 0,2 0,0-1,-1-10,-1 1,-1 0,-6-25,-4 11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04:26:06.837"/>
    </inkml:context>
    <inkml:brush xml:id="br0">
      <inkml:brushProperty name="width" value="0.35" units="cm"/>
      <inkml:brushProperty name="height" value="0.35" units="cm"/>
      <inkml:brushProperty name="color" value="#FFFFFF"/>
      <inkml:brushProperty name="ignorePressure" value="1"/>
    </inkml:brush>
  </inkml:definitions>
  <inkml:trace contextRef="#ctx0" brushRef="#br0">1 69,'107'-2,"-24"0,65 7,-137-3,-1 0,0 0,0 1,0 0,0 1,0 0,-1 1,0 0,0 0,0 1,-1 0,0 1,0 0,0 0,-1 1,0-1,0 2,-1-1,0 1,-1 0,0 0,0 0,-1 1,0-1,-1 1,0 0,0 0,0 6,-3-12,1 0,-1 0,1 0,-1 0,-1 0,1 0,0-1,-1 1,0 0,0 0,0 2,0-5,0 0,1 0,-1 0,0 0,1 0,-1 1,0-1,0 0,0-1,0 1,0 0,0 0,0 0,0-1,0 1,0 0,-1-1,1 1,0-1,0 1,-1-1,1 0,0 0,-1 1,1-1,0 0,-1 0,1 0,0 0,-1-1,1 1,0 0,0-1,-1 1,-14-5,1-1,-1 0,1-1,0-1,-1-1,-4-2,17 10,-22-15,25 16,-1 0,1-1,0 1,-1 0,1 0,-1-1,1 1,0 0,0-1,-1 1,1-1,0 1,-1 0,1-1,0 1,0-1,0 1,0-1,0 1,-1-1,1 1,0 0,0-1,0 1,0-1,0 1,0-1,0 1,0-1,1 1,-1-1,0 1,0-1,0 1,0 0,1-1,-1 1,0-1,0 1,1 0,-1-1,0 1,1 0,-1-1,0 1,1 0,-1-1,1 1,-1 0,0 0,1 0,-1-1,22-8,0 0,0 1,0 1,1 1,0 1,18-2,-11 2,61-10,1 3,0 5,42 4,-111 1,0 0,0-1,0-2,0 0,11-5,-1 1,0 1,3 1,43-5,-1-3,44-16,-70 18,1 2,0 2,1 2,0 3,0 3,-1 1,1 3,0 3,19 5,-9 3,0 4,-1 2,54 25,-27-10,30 6,-82-32,-26-7,-1 1,0 0,1 0,-1 1,-1 1,1 0,-1 0,0 1,2 1,-12-6,1-1,-1 0,1 0,-1 0,0 1,1-1,-1 0,1 0,-1 1,0-1,1 0,-1 1,0-1,1 0,-1 1,0-1,1 1,-1-1,0 1,0-1,0 0,1 1,-1-1,0 1,0-1,0 1,0-1,0 1,0-1,0 1,0-1,0 1,0-1,0 1,0-1,0 1,-1-1,1 1,0-1,0 1,0-1,-1 0,1 1,0-1,-1 1,1-1,0 0,-1 1,1-1,0 0,-1 1,1-1,-1 0,1 0,0 1,-1-1,1 0,-1 0,0 0,-32 8,-47-2,0-4,-29-4,16 0,-1427-1,921 3,589 0,-8 1,-1-2,1 0,-15-3,28 3,0-1,0 1,0 0,1-1,-1 0,0 0,1-1,-1 1,1-1,0 0,0 0,0-1,0 1,1-1,-1 1,1-2,-2-2,1 0,0-1,0 0,0 1,0-5,-12-43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04:26:08.503"/>
    </inkml:context>
    <inkml:brush xml:id="br0">
      <inkml:brushProperty name="width" value="0.35" units="cm"/>
      <inkml:brushProperty name="height" value="0.35" units="cm"/>
      <inkml:brushProperty name="color" value="#FFFFFF"/>
      <inkml:brushProperty name="ignorePressure" value="1"/>
    </inkml:brush>
  </inkml:definitions>
  <inkml:trace contextRef="#ctx0" brushRef="#br0">601 0,'-5'0,"-12"0,-7 0,-11 0,-5 0,-4 0,-1 0,2 0,-1 0,-9 0,0 0,-2 0,4 0,1 0,8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04:26:23.447"/>
    </inkml:context>
    <inkml:brush xml:id="br0">
      <inkml:brushProperty name="width" value="0.35" units="cm"/>
      <inkml:brushProperty name="height" value="0.35" units="cm"/>
      <inkml:brushProperty name="color" value="#FFFFFF"/>
      <inkml:brushProperty name="ignorePressure" value="1"/>
    </inkml:brush>
  </inkml:definitions>
  <inkml:trace contextRef="#ctx0" brushRef="#br0">394 796,'11'-1,"1"-1,0 0,-1-1,1 0,-1 0,8-5,27-7,-3 6,2 1,-1 2,39 1,137 6,-82 2,36 1,26 10,-5-3,57-9,-91-3,-1 7,44 12,-36 2,0-8,87-6,594-7,-817-1,1 0,-1-2,1-1,-1-2,0-1,-1-2,0-1,4-3,-19 7,-1-2,0 0,0-1,-1 0,0-1,-1 0,0-1,-1-1,0 0,-1-1,0 0,-2 0,-2 4,-1-1,0 1,-1-1,0 0,0 0,-1-1,-1 1,0-1,-1 0,0 0,-1 0,0 0,-1 0,0 0,-1 0,0 0,-3-9,3 16,-1 0,0 0,0 0,0 0,-1 1,0-1,1 1,-2 0,1-1,0 1,-1 1,0-1,0 0,0 1,0 0,-1 0,1 0,-1 1,1-1,-1 1,0 0,0 0,0 1,0 0,-1 0,-3-1,-17-1,-1 1,1 1,0 2,0 0,-1 2,-10-1,-352 5,358-7,-8 2,1 3,1 1,-1 1,1 3,0 1,-23 10,12-4,-1-2,0-2,-25 1,-84 3,-1-8,-37-6,-1509-5,901 3,795-1,0 0,0 1,1 0,-1 0,0 1,0 0,0 1,1 0,0 0,-1 1,-4 3,11-5,-1 0,0 0,1 0,0 0,-1 0,1 1,0-1,0 1,1-1,-1 1,0 0,1 0,0 0,-1 0,1 0,0 0,1 0,-1 0,0 0,1 0,0 1,0-1,0 0,0 0,0 0,1 1,-1-1,1 0,0 0,0 0,0 0,0 0,2 2,4 10,1-1,0 0,1-1,0 0,1 0,1-1,0 0,0-1,1 0,0-1,1-1,5 4,-15-11,0 0,0-1,0 1,0 0,1-1,-1 0,0 0,1 0,-1 0,0 0,1-1,-1 1,1-1,-1 0,1 0,-1 0,1-1,0 0,-1 0,0 0,0 0,-1-1,1 1,0-1,-1 0,1 0,-1 0,0 0,0 0,0 0,0-1,0 1,0-1,0 1,-1-1,0 0,1 1,-1-1,0-2,17-55,-19 195,-8-79,5-32,0 0,1 11,2-30,1 0,0 0,0 0,1 0,0 0,-1 0,2-1,-1 1,0 0,1 0,0-1,0 1,3 3,-2-5,0 0,0 0,0 0,0 0,1-1,-1 1,1-1,0 0,0 0,0 0,0-1,0 1,0-1,0 0,0 0,4 0,12 1,0-1,-1 0,4-1,-6 0,613-10,2218 10,-2802 0,0-2,0-3,-1-1,12-4,-30 3,0-1,0-1,-1-2,0 0,-1-1,-1-2,13-9,-11 6,1 0,-1-1,0-1,-2-1,0-2,-1 0,9-13,-29 32,-1-1,1 0,-1 1,0-1,0 0,0 0,0 0,-1-1,0 1,0 0,1-4,-2 6,0 0,-1 0,1 0,0 0,0 0,-1 0,0 0,1 0,-1 0,0 0,0 0,0 0,0 1,0-1,0 0,0 1,-1-1,1 1,-1-1,1 1,-1 0,1-1,-1 1,0 0,0 0,-17-9,0 1,0 0,-1 2,-20-6,-19-7,-144-65,-30-27,148 70,33 18,-1 1,-2 3,-28-6,44 17,0 1,-1 2,1 2,-1 1,-21 2,-9 3,-111 4,173-6,1 1,0 0,0 1,0-1,0 1,0 1,-5 2,11-5,-1 1,1 0,0-1,0 1,0 0,0 0,0-1,1 1,-1 0,0 0,0 0,0 0,1 0,-1 0,1 0,-1 0,1 1,-1-1,1 0,-1 1,1-1,0 1,1 0,-1-1,0 1,1 0,-1-1,1 1,-1 0,1-1,0 1,0-1,-1 1,1-1,0 1,0-1,1 0,-1 1,0-1,1 0,5 6,1-1,-1 0,1 0,1-1,-1 0,1 0,0-1,0 0,7 1,23 7,33 5,-12-4,21 7,0-5,34 1,-52-8,37 3,75-1,-152-10,-16-1,0 0,1 1,-1 0,0 0,0 1,0 0,0 0,0 1,0 0,0 0,4 2,-11-3,1 0,0-1,0 1,0 0,-1 0,1 0,0 0,-1 0,1 0,-1 0,1 0,-1 0,0 0,1 0,-1 1,0-1,0 0,0 0,0 0,0 0,0 1,0-1,0 0,0 0,-1 0,1 0,0 0,-1 0,1 0,-1 0,1 0,-1 0,1 0,-1 0,0 0,1 0,-1 0,0 0,0 0,-4 5,0 0,0 0,-1-1,1 0,-4 2,-5 3,-1 0,0-1,-1-1,0-1,0 0,-1-1,0 0,0-2,-5 1,-38 5,0-2,-6-3,-51 6,-59 18,75-10,-1-5,0-5,-17-3,96-6,11 1,0-1,1 0,-1-1,-7-1,17 1,-1 1,1-1,0 1,-1-1,1 0,0 0,0 0,0 0,-1 0,1-1,0 1,1-1,-1 1,0-1,0 0,1 0,-1 1,1-1,0 0,-1 0,1-1,0 1,-1-2,1-4,-1 0,1 1,0-1,1 0,0 0,0 0,1 0,0 0,1 0,-1 1,1-1,1 0,0 0,-1 0,0 0,-1 0,0-1,0 1,-1 0,0 0,0-1,-1 1,0 0,0 0,-2-7,-1 7,0 0,-1 1,0-1,0 1,0 0,-1 1,0-1,0 1,-1 0,1 0,-1 1,-1 0,1 0,-1 1,1 0,-1 0,-1 1,1 0,-5-1,-23-6,-1 1,-1 2,-31-3,66 10,-78-6,-29-4,97 8,1 0,0-1,0 0,0-1,1 0,-1-1,0-1,11 6,1-1,-1 1,1 0,0 0,-1 0,1 0,-1-1,1 1,0 0,-1-1,1 1,0 0,-1-1,1 1,0 0,-1-1,1 1,0 0,0-1,-1 1,1-1,0 1,0-1,0 1,0 0,0-1,0 1,-1-1,1 1,0-1,0 1,0-1,1 1,-1-1,0 1,0-1,15-11,28-4,30 2,21-6,54-31,-73 24,64-14,-125 38,9-2,-1 0,0-1,-1-1,0-1,0-1,17-10,10-14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04:26:38.158"/>
    </inkml:context>
    <inkml:brush xml:id="br0">
      <inkml:brushProperty name="width" value="0.35" units="cm"/>
      <inkml:brushProperty name="height" value="0.35" units="cm"/>
      <inkml:brushProperty name="color" value="#FFFFFF"/>
      <inkml:brushProperty name="ignorePressure" value="1"/>
    </inkml:brush>
  </inkml:definitions>
  <inkml:trace contextRef="#ctx0" brushRef="#br0">64 573,'106'-2,"-32"0,0 3,10 4,-44 2,-1 1,0 2,0 2,20 10,-22-8,0-1,1-2,0-2,39 4,32-7,87-9,-45-1,783 4,-855-4,0-4,0-4,-1-2,9-7,23-3,58-4,-61 12,18-9,93-14,-80 16,-1-6,4-7,-27 7,-26 11,36-1,-84 14,-14 5,-26 0,0 1,0-1,0 0,-1 1,1-1,0 0,0 1,0-1,0 0,0 1,0-1,-1 1,1-1,0 0,0 0,0 1,-1-1,1 0,0 1,0-1,-1 0,1 0,0 1,-1-1,1 0,0 0,-1 0,1 0,0 1,-1-1,1 0,-1 0,-47 22,1-7,-1-3,-30 4,29-7,0 2,-33 13,-18 12,-1-4,-72 12,35-11,2 7,-7 9,-1 0,85-32,-2-2,0-3,-41 3,-4-7,-78-4,149-2,-1 2,2 1,-1 1,-15 6,6-2,0-1,-19-1,-100-1,-54-10,37 0,-1095 3,1266 1,1-1,0 0,0 0,0-1,1 0,-1 0,0-1,0 0,8 2,0 0,-1 0,1 0,-1-1,1 1,-1 0,1-1,-1 1,1 0,0-1,-1 1,1 0,0-1,-1 1,1 0,0-1,0 1,-1-1,1 1,0-1,0 1,0-1,0 1,0-1,-1 1,1-1,0 1,0-1,0 1,0-1,0 1,0-1,1 1,-1-1,0 1,0-1,0 1,0-1,1 1,-1-1,12-16,-3 9,1 0,-1 0,2 1,-1 0,1 1,0 0,0 1,0 0,1 1,0 0,6-1,31-6,0 2,9 1,-23 3,43-5,25-10,229-43,-256 47,14-7,-29 6,0 4,29-3,-18 5,23-8,-38 7,0 2,39-2,356 10,-223 4,709-2,-859-3,46-9,-38 3,13 3,-56 2,-1-1,1-2,-1-2,1-3,38-7,61-19,-80 20,0 3,17-1,-55 13,1-1,-1-2,0 0,0-2,-1-1,0 0,3-4,-2-5,-24 18,-1-1,0 1,1 0,-1-1,0 1,0 0,1-1,-1 1,0-1,0 1,0 0,0-1,0 1,1-1,-1 1,0-1,0 1,0-1,0 1,0-1,0 1,0 0,-1-1,1 1,0-1,0 1,0-1,0 1,-1 0,1-1,0 1,0-1,-1 1,1 0,0-1,0 1,-1 0,1-1,0 1,-1 0,1 0,-1-1,1 1,0 0,-1 0,1 0,-1 0,1-1,-1 1,1 0,0 0,-1 0,1 0,-1 0,1 0,-1 0,1 0,-1 0,1 0,-25-4,0 1,0 1,0 0,0 2,0 1,0 2,-35-1,17-1,0 2,0 2,0 1,-11 5,-216 64,214-65,0-2,-1-2,0-3,0-2,-9-3,-15 1,0 3,-3 4,-134 10,-1-9,-5-10,9 1,-1970 2,2178 0,2 1,1-1,0 0,0 0,-1 0,1-1,0 0,0 0,0 0,0 0,0 0,0-1,-4-1,8 2,-1 1,1 0,0 0,-1-1,1 1,-1 0,1-1,0 1,0 0,-1-1,1 1,0-1,0 1,-1-1,1 1,0 0,0-1,0 1,0-1,-1 1,1-1,0 1,0-1,0 1,0-1,0 1,0-1,1 1,-1-1,0 1,0 0,0-1,13-13,27-6,-37 19,188-71,134-30,-320 101,41-12,26-9,1-3,-28 10,1 2,1 1,0 3,0 1,38 0,66 3,26 8,-15 0,50-3,-192 3,-20-3,0 0,0 0,0 0,0 1,0-1,0 0,0 0,0 0,1 1,-1-1,0 0,0 0,0 0,0 1,0-1,0 0,-1 0,1 0,0 1,0-1,0 0,0 0,0 0,0 1,0-1,0 0,0 0,0 0,-1 0,1 1,0-1,0 0,0 0,0 0,-1 0,1 0,0 1,0-1,0 0,-1 0,1 0,0 0,0 0,-39 20,39-20,-65 28,-1-4,-1-2,-1-3,-1-4,-62 7,-28-9,1-6,-3-8,66 1,2693 0,-2555-2,-1-3,1-1,39-11,-3 0,-31 7,-10 2,0 1,13 1,-42 5,1 1,0 0,0 0,0 1,0 0,0 1,-1 0,1 1,-1 0,0 0,3 2,-9-3,1 0,0 0,-1 1,0 0,0-1,0 1,0 0,0 0,0 1,-1-1,1 1,-1-1,0 1,0 0,0 0,3 10,-1-1,0 1,2 13,-4-14,1 1,1 0,4 8,-3-12,0 0,1 0,1 0,-1-1,1 0,1 0,0 0,0-1,1 0,19 14,0-1,10 4,-18-12,-1-1,0 2,-1 1,-1 0,0 1,-1 2,-13-15,-1-1,0 1,0 0,0 0,0 1,0-1,-1 0,1 0,-1 1,0-1,0 1,0-1,-1 1,1 0,-1-1,0 1,0 0,0-1,-1 3,0-2,0 1,-1-1,0 0,0 0,0 0,0 0,-1 0,1 0,-1 0,0-1,0 0,-1 1,-2 1,-10 7,0-1,0-1,-1 0,0-1,-1-1,-11 3,-66 21,-1-4,-26 1,64-15,-9-1,1-2,-2-4,1-2,-1-3,-6-3,-422-2,316 3,177 0,-39-2,27-3,15 4,0 1,0 0,0-1,-1 1,1 0,0-1,0 1,0 0,0-1,0 1,0 0,0-1,0 1,0 0,0-1,0 1,0 0,0-1,1 1,-1 0,0-1,0 1,0 0,0 0,1-1,-1 1,0 0,0 0,0-1,1 1,-1 0,0 0,0-1,1 1,-1 0,0 0,1 0,-1 0,0 0,1-1,30-19,2 2,0 0,1 3,0 0,2 2,-1-1,77-28,1 4,22 0,82-9,-169 37,0 1,1 3,23 0,149 4,-211 2,7 0,-1 0,1-2,-1 0,0 0,12-5,-20 5,-1 0,1-1,-1 0,0-1,0 0,0 0,0 0,-1-1,1 0,-1 0,-1-1,4-3,-8 7,1 1,0-1,-1-1,0 1,1 0,-1 0,0 0,0-1,0 1,0-1,-1 1,1-2,-1 3,0-1,0 1,0 0,0 0,0 0,0 0,-1 0,1 0,0-1,-1 1,1 0,-1 0,1 0,-1 0,1 0,-1 0,0 0,1 1,-1-1,0 0,-1-1,-1 0,0 1,0-1,1 1,-1-1,0 1,0 0,0 0,0 1,0-1,0 1,-1-1,1 1,0 0,0 0,0 0,0 1,-2 0,-36 7,1 2,0 2,1 1,-14 8,-5 2,-28 4,22-9,-12 4,-1-4,-1-3,-2-4,-75 8,113-15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04:26:53.250"/>
    </inkml:context>
    <inkml:brush xml:id="br0">
      <inkml:brushProperty name="width" value="0.35" units="cm"/>
      <inkml:brushProperty name="height" value="0.35" units="cm"/>
      <inkml:brushProperty name="color" value="#FFFFFF"/>
      <inkml:brushProperty name="ignorePressure" value="1"/>
    </inkml:brush>
  </inkml:definitions>
  <inkml:trace contextRef="#ctx0" brushRef="#br0">637 546,'2'2,"1"0,-1 0,1-1,-1 1,1-1,-1 0,1 1,0-1,0 0,-1-1,1 1,0 0,0-1,0 0,3 1,43-5,-39 3,41-9,-1-1,0-3,21-10,1 0,5 3,13-1,125-27,-165 41,1 1,0 3,16 2,1945 6,-1416-4,-549 2,-1 2,11 4,48 5,-89-13,-2 1,-1 0,1 1,12 3,-24-5,1 1,-1-1,0 1,1 0,-1 0,0 0,0 0,1 0,-1 1,0-1,0 1,0-1,-1 1,1 0,0 0,-1 0,1 0,-1 0,1 0,-1 0,0 0,1 3,-2-3,0 0,0 0,1 1,-2-1,1 0,0 0,0 1,-1-1,1 0,-1 0,0 0,1 0,-1 0,0 0,0 0,-1 0,1 0,0 0,-1-1,1 1,-1-1,1 1,-1-1,0 1,1-1,-1 0,0 0,0 0,0 0,0 0,-1 0,-10 6,-1-1,0-1,0 0,-2 0,15-5,-158 38,78-21,-27 13,-88 30,-20-4,181-48,-41 10,-1-3,-1-3,-56 0,-406-12,230-3,-1453 3,1687-3,-75-14,80 8,23 5,1-3,1-2,0-2,0-2,-23-10,60 19,0-1,0 0,0 0,1 0,0-1,0-1,1 1,-1-1,1 0,1-1,0 0,0 0,0 0,-2-6,2 1,0 0,2 0,-1-1,2 1,0-1,0 0,1 0,1 0,0-1,2-1,-2 3,2-1,0 1,0-1,2 1,-1 0,2 0,0 0,0 0,2-2,-1 6,-1 1,1 0,1 0,-1 0,1 1,1 0,0 0,-1 1,2-1,-1 2,1-1,0 1,3-2,10-5,2 1,-1 1,1 1,1 1,-1 0,1 2,1 1,-1 1,1 1,-1 1,17 2,-12-1,0 2,0 0,-1 3,1 0,-1 1,13 6,-34-9,0 0,-1 1,1 0,-1 0,0 0,1 1,-1 0,-1 0,1 1,-1-1,0 1,0 1,0-1,0 1,-1-1,0 1,0 0,-1 1,0-1,0 1,0-1,-1 1,0 0,0 0,-1 0,0 0,0 0,-1 4,1-4,-2 1,1 0,-1 0,0-1,-1 1,0-1,0 1,0-1,-1 0,0 0,-1 0,1 0,-1 0,-1-1,1 0,-1 1,0-2,-1 1,1-1,-1 0,0 0,-1 0,-3 2,-1 0,0 0,-1-1,0-1,0 0,0 0,0-1,-1-1,1 0,-1-1,0 0,0-1,0 0,10-1,-1 0,1-1,-1 1,1-1,0 1,-1-1,1 0,0 0,-1 0,1-1,0 1,0-1,0 0,0 0,0 0,1 0,-1 0,1 0,-1-1,1 0,0 1,0-1,0 0,0 0,0 0,1 0,0 0,-1 0,1-1,0 1,0 0,1-1,-1-1,-2-15,0 0,2 0,1 0,0 0,2-8,-1 7,0-21,-2 21,2 1,0 0,1-1,1 1,2-3,-4 18,1 0,0 0,-1 0,2 1,-1-1,0 1,1-1,0 1,0 0,0 0,1 0,-1 1,1-1,0 1,0 0,0 0,0 0,1 0,-1 1,1 0,-1 0,4-1,22-7,1 1,0 1,0 2,1 1,12 1,-39 4,1 0,0 0,-1 1,1-1,-1 2,1-1,-1 0,0 1,1 0,-1 0,0 1,3 1,-6-2,1 0,0 0,0 0,-1 1,1-1,-1 1,0-1,0 1,0 0,0 0,0 0,-1 0,1 0,-1 1,0-1,0 0,0 1,0-1,-1 0,1 3,-1 5,-1-1,1 1,-2-1,0 4,0-7,1 1,0 0,1-1,-1 1,1 0,1-1,0 1,0 0,-1-5,1-1,0 1,1-1,-1 0,0 1,1-1,-1 0,1 0,0 0,-1 0,1 0,0 0,1 0,-1 0,0-1,0 1,1-1,-1 0,0 0,1 0,-1 0,1 0,0 0,-1-1,1 1,0-1,28 5,1-2,-1-1,1-2,0-1,16-3,30 0,-49 3,-1 0,1-2,-1-1,0-2,0 0,25-11,43-18,62-14,-114 38,0 3,0 1,1 2,43 1,2245 9,-2302-3,1 1,-1 2,-1 1,20 6,28 7,-56-15,-1 1,1 1,-1 1,-1 1,0 1,0 1,15 10,-26-14,0 0,-1 0,0 1,-1 0,0 1,0-1,0 1,-1 1,0-1,0 1,-1 0,-1 1,1-1,-2 1,1 0,-1 0,1 6,-2-1,0-1,-1 1,0-1,-2 1,1-1,-2 1,0-1,0 0,-2 1,1-1,-2-1,0 1,-1-1,-3 7,3-9,0-1,-1 0,0-1,0 0,-1 0,0 0,0-1,-1 0,0-1,0 0,-1 0,0-1,-1 0,1-1,-1 0,0-1,0 0,-1 0,-37 7,-1-3,0-1,-44-1,-158-7,98-2,120 3,-11-1,0 1,0 3,0 2,1 1,-15 6,16 1,0 2,1 2,1 2,-26 16,63-33,0 0,0 1,0 0,0 0,1 0,-1 0,1 0,0 1,-3 3,6-7,-1 1,1-1,0 1,0-1,0 1,-1-1,1 1,0-1,0 1,0-1,0 1,0-1,0 1,0-1,0 1,0 0,0-1,0 1,0-1,0 1,1-1,-1 1,0-1,0 1,0-1,1 1,-1-1,1 1,0 0,0 0,1 0,-1 0,1 0,-1-1,1 1,0 0,-1-1,1 1,0-1,-1 1,1-1,0 0,0 0,52 5,0-3,0-2,22-4,38 0,703 3,-795 1,0 0,17-4,-32 3,-1-1,1 0,0 0,0 0,-1 0,1-1,-1 0,0-1,0 1,2-3,-7 5,1 0,0-1,-1 1,1-1,0 1,-1-1,0 0,1 1,-1-1,0 0,0 0,0 0,0 0,0-1,-1 2,0 0,0 0,1 0,-1 0,0 0,-1-1,1 1,0 0,0 0,0 0,-1 0,1 0,0 0,-1 0,1 0,-1 0,1 0,-1 0,0 0,1 0,-4-2,1 0,0 0,-1 0,1 0,-1 1,0 0,0 0,0 0,0 0,0 1,-1-1,1 1,-1 0,-53-11,-50-4,-11-1,-384-72,180 13,87 19,-443-71,586 110,-87-29,69 16,66 22,1 2,-1 2,0 2,-24 2,0-1,-98-11,-34-1,-128 15,321-1,4-1,0 1,-1 0,1 0,0 1,0-1,-1 1,1 0,0 0,0 0,0 0,0 1,-4 2,8-4,0 0,-1 0,1 0,0 1,-1-1,1 0,0 1,-1-1,1 0,0 0,0 1,-1-1,1 1,0-1,0 0,0 1,0-1,-1 0,1 1,0-1,0 1,0-1,0 1,0-1,0 0,0 1,0-1,0 1,0-1,0 0,0 1,0-1,1 1,-1-1,0 0,0 1,0-1,0 1,1-1,-1 0,0 1,1-1,-1 0,0 0,0 1,1-1,-1 0,1 1,22 12,-20-11,183 83,3-8,130 31,-271-94,2-2,-1-3,1-1,0-3,1-2,46-3,-23-3,-64 5,-9 0,-17 4,-30 4,-88-1,0-6,-6-6,-20 1,134 2,0-1,1-1,-1-1,0-1,1-2,-4-1,-72-19,65 18,1-1,-1-2,-2-3,37 14,1 0,-1 0,0-1,1 1,-1 0,0 0,1-1,-1 1,1 0,-1-1,1 1,-1 0,1-1,-1 1,1-1,-1 1,1-1,-1 1,1-1,0 1,-1-1,1 1,0-1,0 0,-1 1,1-1,0 0,0 1,0-1,0 1,0-1,0 0,0 0,1 0,0 0,-1 0,1 0,0 0,0 0,0 0,0 0,0 0,0 0,0 0,0 0,0 1,0-1,1 0,48-20,-47 20,35-10,1 2,-1 1,1 2,1 2,9 1,204 4,-103 3,-142-4,218 1,76 17,-213-9,188 22,-208-18,9 5,38 8,-29-8,-48-11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04:27:29.476"/>
    </inkml:context>
    <inkml:brush xml:id="br0">
      <inkml:brushProperty name="width" value="0.35" units="cm"/>
      <inkml:brushProperty name="height" value="0.35" units="cm"/>
      <inkml:brushProperty name="color" value="#FFFFFF"/>
      <inkml:brushProperty name="ignorePressure" value="1"/>
    </inkml:brush>
  </inkml:definitions>
  <inkml:trace contextRef="#ctx0" brushRef="#br0">91 57,'1'-1,"-1"0,0 0,1 0,-1 0,1 0,0 0,-1 1,1-1,0 0,-1 0,1 1,0-1,0 0,0 1,-1-1,1 1,0-1,0 1,0-1,0 1,0-1,0 1,0 0,0 0,0 0,1-1,31-5,-28 6,47-4,1 3,-1 1,0 3,36 8,-1-2,6-4,181-6,91 3,-216 12,-60-5,19-3,874-4,-471-4,175 2,-663-2,1-1,-1 0,0-2,0-1,10-4,0 1,0 1,6 0,31-3,-25 3,1 1,0 3,44 2,-84 2,0 0,0 0,0 1,0 0,0 0,0 1,-1 0,1 0,0 0,-1 1,0-1,1 1,-1 1,0-1,0 1,-1 0,1 0,-1 0,2 2,-6-5,1 1,0-1,0 0,-1 1,1-1,-1 0,1 1,-1-1,0 1,1-1,-1 1,0-1,0 1,0-1,0 1,0-1,-1 1,1-1,0 1,-1-1,1 1,-1 0,-1 1,0 0,0 0,0 0,0 0,0 0,-1-1,1 1,-1-1,0 0,0 1,-9 5,-1 0,0-1,0 0,-7 1,-179 70,172-69,-2 0,1-2,-1-1,0-1,0-2,-9 0,-57-1,-28-6,-5 1,-894 3,941-3,-43-9,35 2,-12 5,-764 3,416 4,-275-2,722 0,-6 0,1 0,-1 0,1 1,-1 0,1 0,0 1,-5 1,11-3,0 1,-1 0,1 0,0 0,-1 0,1 0,0 0,0 0,0 0,0 0,0 0,0 1,0-1,0 0,0 1,1-1,-1 1,0-1,1 1,-1-1,1 1,0-1,0 1,-1 0,1-1,0 1,0-1,1 1,-1 0,0-1,0 1,1-1,-1 1,1-1,-1 1,1-1,0 1,0 0,2 6,1 1,0-1,0 0,1 0,0 0,0 0,1-1,-1 0,2 0,-1-1,1 1,6 3,0-1,0-1,0-1,1 1,0-2,0 0,0-1,8 2,17 2,1-2,0-2,0-1,0-2,24-3,1863-6,-1126 9,-245-2,-529-2,0-1,0-2,-1 0,0-2,17-6,43-11,-6 6,58-12,110-41,-238 68,-1-1,1 2,0-1,0 1,0 1,7-1,-16 2,1 0,-1 0,0 0,0 0,1 1,-1-1,0 0,0 1,1-1,-1 0,0 1,0 0,0-1,0 1,0 0,0-1,0 1,0 0,0 0,0 0,0 0,0 1,0 0,-1 0,1 0,-1 0,1 1,-1-1,0 0,0 0,0 1,0-1,0 0,0 1,-1-1,1 0,-1 0,0 0,1 1,-2 0,-4 12,0 0,-1 0,-1-1,0 0,0-1,-2 1,0-2,0 1,-3 1,-5 3,-1 0,-1-2,0 0,-1-1,-14 7,-31 11,-1-3,-1-3,-44 10,44-17,-1-3,-35 2,28-3,-18 9,44-10,-2-2,1-3,-2-1,-3-3,-377-4,192-4,-1971 3,2195 0,-1-2,1 0,-1-2,1 0,0 0,0-2,1 0,0-1,0 0,-2-3,-35-21,1-2,-13-14,-40-26,26 22,79 51,0 0,0 0,0 0,0 0,0 0,0 0,1 0,-1 0,0 0,0 0,0 0,0 0,0 0,0 0,0 0,0 0,0 0,0 0,0 0,0 0,0-1,1 1,-1 0,0 0,0 0,0 0,0 0,0 0,0 0,0 0,0 0,0 0,0 0,0 0,0 0,0-1,0 1,0 0,0 0,0 0,0 0,0 0,0 0,0 0,0 0,0 0,0 0,0 0,0 0,0-1,0 1,0 0,0 0,0 0,0 0,0 0,0 0,-1 0,1 0,0 0,0 0,0 0,0 0,13 0,15 4,42 12,0-3,1-3,0-3,9-3,643-6,-690 4,0 2,0 1,0 1,22 9,7 0,3 0,1-3,0-3,1-3,25-3,1856-5,-1257 2,-690 0,0 0,0-1,0 1,0 0,0 0,0 0,0 0,0 0,0 0,0 1,0-1,0 0,0 0,0 1,0-1,0 1,0-1,0 1,0-1,0 1,0-1,0 1,-2 0,1 0,-1 0,1-1,-1 1,0 0,1-1,-1 1,0 0,1-1,-1 1,0-1,0 1,0-1,1 1,-1-1,0 0,0 1,0-1,-8 4,0 0,0-1,0-1,-9 2,13-3,0-1,0-1,0 1,0-1,0 0,1 0,-1 0,0-1,1 1,-1-1,1 0,-1-1,1 1,0-1,0 0,0 0,0 0,1 0,-1-1,1 1,0-1,-2-3,-4-6,0 0,2-1,0 0,0 0,1-1,-2-8,-9-35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04:27:42.498"/>
    </inkml:context>
    <inkml:brush xml:id="br0">
      <inkml:brushProperty name="width" value="0.35" units="cm"/>
      <inkml:brushProperty name="height" value="0.35" units="cm"/>
      <inkml:brushProperty name="color" value="#FFFFFF"/>
      <inkml:brushProperty name="ignorePressure" value="1"/>
    </inkml:brush>
  </inkml:definitions>
  <inkml:trace contextRef="#ctx0" brushRef="#br0">0 443,'45'-2,"0"-2,16-5,5 0,15-2,-1-4,0-3,-1-3,43-20,14-8,103-22,-168 57,0 4,38-1,-56 7,10-3,1-2,22-9,-31 6,0 3,0 2,19 1,166 4,-181 2,1209 1,-656-2,-580 0,-1-1,0-2,0-1,0-2,-1-1,0-1,9-5,-18 6,-1 2,1 0,1 1,19-3,-34 8,0-1,0 1,1 0,-1 1,0-1,0 2,0-1,0 1,0 0,0 0,-1 0,1 1,-1 1,1-1,-1 1,5 3,-1 2,-1 0,0 0,0 1,-1 0,0 0,-1 1,0 0,-1 0,0 1,-1 0,0 0,0 0,-2 0,2 6,-2 1,1-1,-2 1,-1 1,0-1,-1 0,-1 0,-1 0,-1 0,-3 12,4-23,0-1,-1 1,0-1,0 1,0-1,-1 0,0 0,-1 0,0-1,0 0,0 0,0 0,-7 5,3-5,0 1,0-1,-1-1,0 0,0 0,0-1,0 0,-1-1,-4 1,-25 3,0-2,0-2,0-2,-1-1,-5-2,8 0,-18 0,12 0,1 2,-30 3,62 0,0 0,0 0,0 1,1 1,0 0,-1 0,2 1,-1 0,1 0,-3 3,-36 23,24-21,0 0,-1-2,0 0,0-2,-1 0,1-2,-1-1,-18 0,-47 0,-79-7,64-1,-1765 0,1047 6,779-4,0-1,0-2,0-2,-34-10,66 13,1 0,-1 0,1-1,0 0,1-1,-9-6,19 12,-1-1,1 1,0-1,0 0,1 1,-1-1,0 0,0 0,0 1,0-1,1 0,-1 0,0 0,1 0,-1 0,1 0,-1 0,1 0,-1-1,1 1,0 0,-1 0,1 0,0 0,0-1,0 1,0 0,0 0,0 0,0 0,1-1,-1 1,0 0,1 0,-1 0,1 0,-1 0,1 0,-1 0,1 0,0 0,-1 0,1 0,0 0,0 0,0 1,0-1,0 0,0 1,0-1,7-5,1 1,0 0,0 1,0 0,6-2,-9 4,25-9,-1 2,2 1,-1 1,1 2,0 1,0 2,0 1,0 1,0 2,3 2,309 13,95-17,-181-2,-117-4,104-18,-91 6,45 5,291 12,-251 3,-197-5,0-1,0-2,36-10,-18 3,14 1,28 6,65 6,-110 0,-83-1,-1-2,1-1,0-1,-1-1,-60-11,-58 2,-89 3,-151 13,209 1,-1246 0,813-3,898 0,426 5,-428 9,139 30,138 56,-111-17,-311-64,0-6,2-7,53-8,-180 3,1-2,0 0,-1-1,0-1,0 0,0-2,0 0,-1 0,1-2,-2 0,1-1,-1 0,-1-1,0-1,11-11,15-14,-2-3,-2-1,3-8,-35 43,0-1,0 0,-1 0,0 0,0 0,-1 0,0-1,0 1,0-1,-1 0,1-2,-2 6,0 0,0 0,0 1,0-1,0 0,-1 1,1-1,-1 0,0 1,0-1,0 1,0-1,0 1,-1 0,1-1,-1 1,1 0,-1 0,0 0,0 0,0 0,0 0,0 1,0-1,0 1,-1-1,1 1,-3-1,-5-2,-1 0,0 1,0 0,0 1,0 0,0 1,0 0,-1 1,-96 5,53-1,-36-3,60-3,1 2,0 2,-1 0,1 2,0 1,-10 5,13 4,22-5,6-8,-1 0,0-1,1 1,-1-1,1 1,-1-1,1 1,-1-1,1 1,0-1,-1 1,1-1,0 1,-1-1,1 0,0 0,-1 1,1-1,0 0,0 0,23 5,0 0,0-2,0-1,1-1,-1-1,21-3,8 1,-42 2,1 0,-1 1,0 0,1 0,-1 1,0 1,0 0,0 0,6 4,-10-3,-1 0,1 0,-1 1,0-1,0 1,0 1,-1-1,0 1,0 0,0 1,-1-1,0 1,0 0,1 3,4 7,0-1,1 0,0 0,2-1,0-1,0 0,6 5,-9-11,1-1,-1 0,1 0,0-1,0-1,1 1,0-2,0 1,0-2,0 1,1-2,5 2,34 2,-31-5,-1 2,1 0,-1 1,0 1,14 5,-28-8,-1 0,1 1,0 0,-1-1,1 2,-1-1,0 0,0 1,0 0,0 0,-1 0,1 0,-1 0,0 1,-1 0,1-1,-1 1,0 0,0 0,0 1,-1-1,0 0,0 1,0-1,-1-1,1 1,-1 0,0 0,-1-1,0 1,1 0,-1-1,-1 1,1-1,-1 1,1-1,-1 1,-1-1,1 0,-1 0,1 0,-1 0,0-1,0 1,-1-1,1 0,-1 0,-2 2,-11 7,-2 1,1-2,-2 0,-15 5,15-6,-59 26,-1-4,-76 20,125-43,-225 60,203-58,0-3,-1-1,-51-2,-3088-8,3164 1,0-2,0 0,1-2,0-1,-8-4,-40-10,76 21,-34-11,33 11,1-1,-1 1,0 0,1 0,-1-1,0 1,1-1,-1 1,1-1,-1 1,1 0,-1-1,1 0,-1 1,1-1,-1 1,1-1,0 0,-1 1,1-1,0 0,0 1,-1-1,1 0,0 1,0-1,0 0,0 1,0-1,0 0,0 0,0 1,0-1,0 0,1 1,-1-1,0 0,0 0,1 1,-1-1,0 1,1-1,-1 0,0 1,1-1,-1 1,1-1,4-4,1-1,0 2,-1-1,2 1,-1-1,0 2,1-1,0 1,1-1,71-24,-54 20,13-3,-1 2,1 2,0 1,1 2,5 1,197 4,-98 2,2404-3,-2523-2,0 0,-1-2,1-1,-1-1,13-4,-3 0,1 1,4 2,-4 2,30-4,0-2,-1-4,8-4,2-3,-48 16,-1-1,1-2,-2 0,21-11,-37 16,-1 0,0-1,1 1,-2-1,1 0,0-1,-1 1,0-1,-1 0,1-1,-1 1,0-1,-1 0,1 1,-1-2,-1 1,1 0,-1-2,9-52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6T05:05:00.005"/>
    </inkml:context>
    <inkml:brush xml:id="br0">
      <inkml:brushProperty name="width" value="0.35" units="cm"/>
      <inkml:brushProperty name="height" value="0.35" units="cm"/>
      <inkml:brushProperty name="color" value="#FFFFFF"/>
      <inkml:brushProperty name="ignorePressure" value="1"/>
    </inkml:brush>
  </inkml:definitions>
  <inkml:trace contextRef="#ctx0" brushRef="#br0">1175 453,'1'-3,"-1"0,1 0,0 0,0 0,0 0,0 0,0 0,1 0,-1 0,1 0,0 1,0-1,0 1,0-1,1 1,-1 0,0 0,2-1,5-4,0 1,0-1,1 1,5-1,11-5,1 2,1 1,-1 1,1 1,0 2,1 1,-1 1,1 1,4 2,-10 1,0 2,1 0,-1 2,0 0,-1 2,15 6,36 17,23 16,-22-10,-43-21,55 25,48 13,-103-43,0-1,0-1,0-2,1-2,0 0,15-2,370-9,-337 4,44-9,-35 3,9 3,-37 5,146-7,-170 4,-1-1,1-3,-1 0,21-10,-2 1,0 2,1 3,1 2,-1 3,2 2,-1 2,23 4,-27-1,-18-1,0 2,-1 1,1 2,-1 1,0 1,2 3,35 7,-52-13,0 1,0 1,3 2,-22-7,0 0,0 0,1 1,-1-1,0 0,1 0,-1 0,0 0,0 0,1 0,-1 1,0-1,0 0,0 0,1 0,-1 1,0-1,0 0,0 0,1 0,-1 1,0-1,0 0,0 1,0-1,0 0,0 0,0 1,1-1,-1 0,0 1,0-1,0 0,0 0,0 1,0-1,-1 0,1 1,0-1,0 0,0 0,0 1,0-1,0 0,0 1,-1-1,1 0,0 0,0 0,0 1,0-1,-1 0,1 0,0 0,0 1,-1-1,-18 13,-29 10,-1-3,-1-1,-1-3,-8-1,29-6,-179 44,-94 8,-219 12,199-44,-60-13,-328-17,547 2,33 0,-1-5,-99-17,-38-34,149 27,-2 6,-46 0,154 21,-6 0,0-1,0-1,-11-3,27 5,0 0,0 0,1-1,-1 1,0-1,0 0,1 0,-1 0,1 0,0-1,0 1,-1-1,2 0,-1 0,0 0,1 0,-1 0,1-1,-1-1,2 3,1 0,-1 1,1-1,-1 0,1 0,0 0,0 0,0 0,0 1,0-1,1 0,-1 0,0 0,1 0,-1 1,1-1,0 0,0 0,-1 1,1-1,0 1,0-1,1 1,-1-1,0 1,0-1,1 1,-1 0,1 0,-1 0,1 0,-1 0,1 0,1 0,8-5,0 1,0 0,0 0,11-2,69-18,1 4,0 4,80-4,17 11,81 8,-250 3,0-2,0 0,-1-1,1-1,-1-1,1-1,3-2,15-5,-27 10,-25 8,-35 11,-1-2,-45 8,-107 11,171-29,-191 25,0-10,-2-10,-19-10,220 2,0 0,1 2,0 1,0 0,0 2,0 0,-9 6,19-9,-18 10,30-14,0 0,-1 0,1 0,0 0,0 0,-1 0,1 0,0 0,-1 0,1 1,0-1,0 0,-1 0,1 0,0 1,0-1,0 0,-1 0,1 0,0 1,0-1,0 0,0 0,-1 1,1-1,0 0,0 0,0 1,0-1,0 0,0 1,0-1,0 0,0 0,0 1,0-1,0 0,0 1,0-1,0 0,0 0,0 1,0-1,0 0,1 1,-1-1,0 0,0 0,0 1,0-1,1 0,-1 0,0 0,0 1,0-1,1 0,-1 0,0 0,0 0,1 1,-1-1,0 0,1 0,20 5,47 2,1-3,0-3,5-3,23 1,1020-2,-1051 0,-1-3,0-3,-1-2,56-18,-64 17,0 2,19 2,-15 1,-3-3,15-5,-25 4,0 2,25 0,143-4,-195 12,-26 5,-42 9,-138 26,-91 3,-197 8,211-25,163-15,64-10,36 0,0 0,-1 0,1 0,0 0,0 0,0 0,0 0,0 0,-1 0,1 0,0 0,0 0,0 0,0 0,0 0,-1 0,1 0,0 0,0-1,0 1,0 0,0 0,0 0,-1 0,1 0,0 0,0 0,0 0,0 0,0-1,0 1,0 0,0 0,0 0,0 0,0 0,-1 0,1-1,0 1,0 0,0 0,0 0,0 0,0 0,0-1,0 1,0 0,0 0,0 0,0 0,1 0,14-9,110-30,2 4,53-3,-57 11,94-25,-2-11,-2-8,133-69,-95 33,48-5,-288 108,-7 2,-1 1,1-1,0 1,0 0,0 0,1 0,-1 0,0 1,0-1,0 1,1 0,-1 0,0 1,1 0,-5-1,1 0,-1 1,0-1,1 0,-1 1,1-1,-1 1,0-1,0 1,1-1,-1 1,0-1,0 1,0-1,1 1,-1-1,0 1,0-1,0 1,0-1,0 1,0-1,0 1,0-1,0 1,0-1,-1 1,1-1,0 1,0-1,0 1,-1-1,1 1,0-1,0 1,-1-1,1 0,0 1,-1-1,1 1,-1-1,1 0,-1 1,-22 20,-67 39,-3-5,-57 24,-17 10,96-48,21-11,-2-1,-1-3,-40 13,296-110,78-26,-226 82,1 2,0 2,1 3,10 2,-12 0,-1-1,24-9,-28 5,0 3,50-2,395 9,-228 3,-183-4,-42 0,0 2,-1 1,1 2,6 3,-42-5,1 1,-1-1,0 1,0 0,-1 0,1 1,0 0,-1 0,1 0,-1 1,0-1,0 1,0 1,-1-1,0 0,1 1,-2 0,1 0,0 0,-1 1,0-1,0 1,-1 0,0 0,0 0,0 0,0 0,-1 0,0 0,-1 0,1 1,-1-1,0 0,-1 1,1-1,-1 0,-1 0,-1 6,-3 13,-2 0,0 0,-2-1,-8 15,11-26,-1 1,0-1,-1 0,0-1,-1 0,-1 0,1-1,-5 2,14-11,-1-1,0 0,1 1,-1-1,0 0,0 0,1 0,-1 0,0 0,0 0,0 0,0-1,0 1,-1-1,1 1,0-1,0 0,0 0,0 0,0 0,0 0,-1-1,1 1,0-1,-1 1,2-2,0 1,-1 0,1-1,0 1,-1 0,1-1,0 0,0 1,0-1,0 0,1 1,-1-1,0 0,1 0,-1 1,1-1,0 0,-1 0,1 0,0 0,0 0,0 0,1 0,-1 1,0-1,1 0,-1 0,1 0,1-8,2 0,-1 0,1 0,0 1,1-1,0 1,1 0,0 1,0-1,1 1,0 1,0-1,1 1,0 0,0 1,0-1,1 2,0-1,0 1,1 1,0 0,-1 0,10-2,-15 6,-1-1,0 1,0-1,1 1,-1 0,0 0,1 1,-1-1,0 1,0 0,1-1,-1 1,0 1,0-1,0 0,0 1,0-1,0 1,1 1,-1 0,0 1,0-1,0 1,-1-1,1 1,-1 0,0 0,0 0,0 0,0 1,-1-1,2 5,0 12,0 0,-1 1,-1 0,-1-1,-1 12,0-22,0 47,1-26,-1 0,-1 0,-2-1,-2 5,3-30,1 1,-1-1,0 1,0-1,-1 0,0 0,0-1,0 1,-1-1,1 0,-1 0,-1 0,1-1,-1 1,1-1,-1-1,-1 1,-5 2,-3 1,-1-1,0 0,-1-1,0-1,1 0,-1-2,-3 1,-74 2,0-4,-9-5,-42 1,-2090 3,2186-2,1-3,-11-3,1 0,-23 2,-560 3,329 5,298-2,1 0,-1 1,1 1,0 0,0 0,-3 2,14-3,1-1,-1 1,0 0,0 0,0 0,1 0,-1 0,0 0,1 0,-1 1,1-1,-1 1,1-1,0 1,-1-1,1 1,0 0,-1 1,2-1,0 1,-1-1,1 0,0 1,0-1,0 0,0 1,1-1,-1 0,1 0,-1 1,1-1,0 0,0 0,0 0,0 0,0 0,1 0,-1 0,1 1,8 11,1-1,0-1,1 1,0-2,1 0,0 0,1-1,0-1,38 23,35 14,-71-38,63 30,2-3,1-4,2-4,1-3,1-4,0-4,1-3,1-5,0-3,65-6,-93 0,23-2,33-6,-84 2,1-1,-1-2,-1-1,0-1,9-6,11-4,66-29,102-39,-169 73,0 1,1 3,25-2,130-29,-140 27,1 3,1 3,59-2,276 13,-169 2,-192-5,1-1,-1-3,0-1,24-9,11-2,-41 12,0-2,-1-1,0-2,0-2,17-10,-42 19,-1 0,0-1,0 0,-1-1,0 1,0-2,0 1,-1-1,0 0,-1 0,0-1,0 0,-1 0,0-1,0 1,-1-1,-1 0,1 0,-2 0,1-1,-1-2,0-1,-1-1,0 1,-1 0,0 0,-1 0,-1 0,-1 0,0 0,0 0,-1 1,-1-1,0 1,-1 0,-1 1,0-1,0 1,-1 1,-1-1,0 1,-1 1,0 0,0 0,-1 1,0 0,-1 1,1 0,-2 1,1 1,-1-1,0 2,0 0,-1 1,0 0,1 1,-6-1,-25 0,0 1,0 3,-1 1,-34 6,64-5,-11 0,0 2,0 1,1 1,-1 1,2 2,-1 0,1 1,0 2,1 0,1 2,0 0,-6 6,22-14,0-1,0 1,0 0,1 1,0-1,0 1,1 0,-1 1,2-1,-1 1,1-1,0 1,0 0,1 3,1-6,0 0,1 0,0-1,0 1,0 0,1 0,0 0,0 0,0 0,0-1,1 1,-1 0,1-1,1 1,-1-1,0 0,1 0,0 0,0 0,0 0,1 0,-1-1,1 0,1 2,5 2,1 0,0-1,-1 0,2 0,-1-1,1-1,-1 0,1-1,1 0,-1 0,0-1,11 0,26 0,-1-2,37-6,-9 2,-55 4,-3-1,-1 1,1-2,13-3,-27 4,1 0,-1 0,0 0,1-1,-1 0,0 0,0 0,0 0,-1-1,1 0,0 1,-1-1,0-1,0 1,0 0,3-4,2-10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7767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9.xml"/><Relationship Id="rId18" Type="http://schemas.openxmlformats.org/officeDocument/2006/relationships/customXml" Target="../ink/ink14.xml"/><Relationship Id="rId26" Type="http://schemas.openxmlformats.org/officeDocument/2006/relationships/image" Target="../media/image8.png"/><Relationship Id="rId3" Type="http://schemas.openxmlformats.org/officeDocument/2006/relationships/image" Target="../media/image3.png"/><Relationship Id="rId21" Type="http://schemas.openxmlformats.org/officeDocument/2006/relationships/customXml" Target="../ink/ink16.xml"/><Relationship Id="rId7" Type="http://schemas.openxmlformats.org/officeDocument/2006/relationships/customXml" Target="../ink/ink3.xml"/><Relationship Id="rId12" Type="http://schemas.openxmlformats.org/officeDocument/2006/relationships/customXml" Target="../ink/ink8.xml"/><Relationship Id="rId17" Type="http://schemas.openxmlformats.org/officeDocument/2006/relationships/customXml" Target="../ink/ink13.xml"/><Relationship Id="rId25" Type="http://schemas.openxmlformats.org/officeDocument/2006/relationships/customXml" Target="../ink/ink18.xml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12.xml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customXml" Target="../ink/ink7.xml"/><Relationship Id="rId24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openxmlformats.org/officeDocument/2006/relationships/customXml" Target="../ink/ink11.xml"/><Relationship Id="rId23" Type="http://schemas.openxmlformats.org/officeDocument/2006/relationships/customXml" Target="../ink/ink17.xml"/><Relationship Id="rId10" Type="http://schemas.openxmlformats.org/officeDocument/2006/relationships/customXml" Target="../ink/ink6.xml"/><Relationship Id="rId19" Type="http://schemas.openxmlformats.org/officeDocument/2006/relationships/customXml" Target="../ink/ink15.xml"/><Relationship Id="rId4" Type="http://schemas.openxmlformats.org/officeDocument/2006/relationships/customXml" Target="../ink/ink1.xml"/><Relationship Id="rId9" Type="http://schemas.openxmlformats.org/officeDocument/2006/relationships/customXml" Target="../ink/ink5.xml"/><Relationship Id="rId14" Type="http://schemas.openxmlformats.org/officeDocument/2006/relationships/customXml" Target="../ink/ink10.xml"/><Relationship Id="rId22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.xml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20.xml"/><Relationship Id="rId11" Type="http://schemas.openxmlformats.org/officeDocument/2006/relationships/image" Target="../media/image19.png"/><Relationship Id="rId5" Type="http://schemas.openxmlformats.org/officeDocument/2006/relationships/image" Target="../media/image16.png"/><Relationship Id="rId10" Type="http://schemas.openxmlformats.org/officeDocument/2006/relationships/customXml" Target="../ink/ink22.xml"/><Relationship Id="rId4" Type="http://schemas.openxmlformats.org/officeDocument/2006/relationships/customXml" Target="../ink/ink19.xml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11" Type="http://schemas.openxmlformats.org/officeDocument/2006/relationships/image" Target="../media/image27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customXml" Target="../ink/ink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0.png"/><Relationship Id="rId4" Type="http://schemas.openxmlformats.org/officeDocument/2006/relationships/customXml" Target="../ink/ink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customXml" Target="../ink/ink2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svg"/><Relationship Id="rId5" Type="http://schemas.openxmlformats.org/officeDocument/2006/relationships/image" Target="../media/image11.png"/><Relationship Id="rId10" Type="http://schemas.openxmlformats.org/officeDocument/2006/relationships/image" Target="../media/image37.svg"/><Relationship Id="rId4" Type="http://schemas.openxmlformats.org/officeDocument/2006/relationships/image" Target="../media/image32.png"/><Relationship Id="rId9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0.png"/><Relationship Id="rId5" Type="http://schemas.openxmlformats.org/officeDocument/2006/relationships/customXml" Target="../ink/ink26.xml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3" Type="http://schemas.openxmlformats.org/officeDocument/2006/relationships/image" Target="../media/image11.png"/><Relationship Id="rId7" Type="http://schemas.openxmlformats.org/officeDocument/2006/relationships/image" Target="../media/image4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2.svg"/><Relationship Id="rId5" Type="http://schemas.openxmlformats.org/officeDocument/2006/relationships/image" Target="../media/image41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3934" y="2105321"/>
            <a:ext cx="7556421" cy="1681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4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Software Testing Life Cycle (STLC)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7473557" y="490739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Instrument Sans Semi Bold" panose="020B0604020202020204" charset="0"/>
              </a:rPr>
              <a:t> Manila Aryal               </a:t>
            </a:r>
          </a:p>
        </p:txBody>
      </p:sp>
      <p:sp>
        <p:nvSpPr>
          <p:cNvPr id="5" name="Text 2"/>
          <p:cNvSpPr/>
          <p:nvPr/>
        </p:nvSpPr>
        <p:spPr>
          <a:xfrm>
            <a:off x="6924916" y="540221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Instrument Sans Semi Bold" panose="020B0604020202020204" charset="0"/>
              </a:rPr>
              <a:t> CSIT 5</a:t>
            </a:r>
            <a:r>
              <a:rPr lang="en-US" sz="2800" baseline="30000" dirty="0">
                <a:solidFill>
                  <a:schemeClr val="tx2">
                    <a:lumMod val="75000"/>
                  </a:schemeClr>
                </a:solidFill>
                <a:latin typeface="Instrument Sans Semi Bold" panose="020B0604020202020204" charset="0"/>
              </a:rPr>
              <a:t>TH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Instrument Sans Semi Bold" panose="020B0604020202020204" charset="0"/>
              </a:rPr>
              <a:t> SEMESTER </a:t>
            </a:r>
          </a:p>
        </p:txBody>
      </p:sp>
      <p:sp>
        <p:nvSpPr>
          <p:cNvPr id="6" name="Text 3"/>
          <p:cNvSpPr/>
          <p:nvPr/>
        </p:nvSpPr>
        <p:spPr>
          <a:xfrm>
            <a:off x="6280190" y="547556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EB9BAB9-1E07-43EA-9E98-F7B9923F2C94}"/>
                  </a:ext>
                </a:extLst>
              </p14:cNvPr>
              <p14:cNvContentPartPr/>
              <p14:nvPr/>
            </p14:nvContentPartPr>
            <p14:xfrm>
              <a:off x="9595715" y="6336191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EB9BAB9-1E07-43EA-9E98-F7B9923F2C9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86715" y="632719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F320052-EB91-4794-B711-07B7F6CC301A}"/>
                  </a:ext>
                </a:extLst>
              </p14:cNvPr>
              <p14:cNvContentPartPr/>
              <p14:nvPr/>
            </p14:nvContentPartPr>
            <p14:xfrm>
              <a:off x="8724515" y="60885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F320052-EB91-4794-B711-07B7F6CC30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15875" y="607987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6310BD3-5B0F-4F22-8CC7-16B52EC1248B}"/>
                  </a:ext>
                </a:extLst>
              </p14:cNvPr>
              <p14:cNvContentPartPr/>
              <p14:nvPr/>
            </p14:nvContentPartPr>
            <p14:xfrm>
              <a:off x="8670515" y="6142511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6310BD3-5B0F-4F22-8CC7-16B52EC1248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61875" y="6133511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3E51F758-8823-4184-87AB-0858F241C7C4}"/>
              </a:ext>
            </a:extLst>
          </p:cNvPr>
          <p:cNvGrpSpPr/>
          <p:nvPr/>
        </p:nvGrpSpPr>
        <p:grpSpPr>
          <a:xfrm>
            <a:off x="9208355" y="6529871"/>
            <a:ext cx="360" cy="360"/>
            <a:chOff x="9208355" y="6529871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C14BC90-6E88-4FCA-B7AE-23ACEA860991}"/>
                    </a:ext>
                  </a:extLst>
                </p14:cNvPr>
                <p14:cNvContentPartPr/>
                <p14:nvPr/>
              </p14:nvContentPartPr>
              <p14:xfrm>
                <a:off x="9208355" y="6529871"/>
                <a:ext cx="36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C14BC90-6E88-4FCA-B7AE-23ACEA86099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199715" y="652087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F7D435A-2B11-4DED-B271-8D5B85FCE132}"/>
                    </a:ext>
                  </a:extLst>
                </p14:cNvPr>
                <p14:cNvContentPartPr/>
                <p14:nvPr/>
              </p14:nvContentPartPr>
              <p14:xfrm>
                <a:off x="9208355" y="6529871"/>
                <a:ext cx="360" cy="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F7D435A-2B11-4DED-B271-8D5B85FCE13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199715" y="652087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4C9FA8A-43CC-44B4-A9A0-4CAAAD3162E0}"/>
              </a:ext>
            </a:extLst>
          </p:cNvPr>
          <p:cNvGrpSpPr/>
          <p:nvPr/>
        </p:nvGrpSpPr>
        <p:grpSpPr>
          <a:xfrm>
            <a:off x="8724515" y="6196151"/>
            <a:ext cx="360" cy="360"/>
            <a:chOff x="8724515" y="6196151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E854A5C-2B09-4470-AACC-671FC42B9186}"/>
                    </a:ext>
                  </a:extLst>
                </p14:cNvPr>
                <p14:cNvContentPartPr/>
                <p14:nvPr/>
              </p14:nvContentPartPr>
              <p14:xfrm>
                <a:off x="8724515" y="6196151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E854A5C-2B09-4470-AACC-671FC42B918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715875" y="618751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C797733-704E-4C43-A57C-F7ABAD3C5DD2}"/>
                    </a:ext>
                  </a:extLst>
                </p14:cNvPr>
                <p14:cNvContentPartPr/>
                <p14:nvPr/>
              </p14:nvContentPartPr>
              <p14:xfrm>
                <a:off x="8724515" y="6196151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C797733-704E-4C43-A57C-F7ABAD3C5DD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715875" y="618751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2DE57F2-5F9A-49FD-BD51-599C4C3759AD}"/>
                  </a:ext>
                </a:extLst>
              </p14:cNvPr>
              <p14:cNvContentPartPr/>
              <p14:nvPr/>
            </p14:nvContentPartPr>
            <p14:xfrm>
              <a:off x="9541715" y="3151991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2DE57F2-5F9A-49FD-BD51-599C4C3759A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33075" y="314299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C3725BB-D373-4239-8093-9D5092A5653C}"/>
                  </a:ext>
                </a:extLst>
              </p14:cNvPr>
              <p14:cNvContentPartPr/>
              <p14:nvPr/>
            </p14:nvContentPartPr>
            <p14:xfrm>
              <a:off x="7986515" y="306091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C3725BB-D373-4239-8093-9D5092A5653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77515" y="30519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0FFEC7E-115F-4E8C-BC44-1FAF749AB019}"/>
                  </a:ext>
                </a:extLst>
              </p14:cNvPr>
              <p14:cNvContentPartPr/>
              <p14:nvPr/>
            </p14:nvContentPartPr>
            <p14:xfrm>
              <a:off x="10330475" y="3135791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0FFEC7E-115F-4E8C-BC44-1FAF749AB01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321475" y="3127151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B03A6A4D-0B3B-4D78-97EA-38CC26268488}"/>
              </a:ext>
            </a:extLst>
          </p:cNvPr>
          <p:cNvGrpSpPr/>
          <p:nvPr/>
        </p:nvGrpSpPr>
        <p:grpSpPr>
          <a:xfrm>
            <a:off x="9380795" y="2678231"/>
            <a:ext cx="360" cy="360"/>
            <a:chOff x="9380795" y="2678231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18C8D99-AF0C-4EC5-805F-3C6D02F38817}"/>
                    </a:ext>
                  </a:extLst>
                </p14:cNvPr>
                <p14:cNvContentPartPr/>
                <p14:nvPr/>
              </p14:nvContentPartPr>
              <p14:xfrm>
                <a:off x="9380795" y="2678231"/>
                <a:ext cx="36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18C8D99-AF0C-4EC5-805F-3C6D02F3881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371795" y="266959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783FAC0-11CD-44AB-85E8-E493908CF310}"/>
                    </a:ext>
                  </a:extLst>
                </p14:cNvPr>
                <p14:cNvContentPartPr/>
                <p14:nvPr/>
              </p14:nvContentPartPr>
              <p14:xfrm>
                <a:off x="9380795" y="2678231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783FAC0-11CD-44AB-85E8-E493908CF31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371795" y="266959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3D5F9EA-8C6D-4BE0-BE81-615B39D62913}"/>
                    </a:ext>
                  </a:extLst>
                </p14:cNvPr>
                <p14:cNvContentPartPr/>
                <p14:nvPr/>
              </p14:nvContentPartPr>
              <p14:xfrm>
                <a:off x="9380795" y="2678231"/>
                <a:ext cx="36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3D5F9EA-8C6D-4BE0-BE81-615B39D6291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371795" y="266959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C5D95C5-4AA7-465C-BB9E-AC087F92F943}"/>
                    </a:ext>
                  </a:extLst>
                </p14:cNvPr>
                <p14:cNvContentPartPr/>
                <p14:nvPr/>
              </p14:nvContentPartPr>
              <p14:xfrm>
                <a:off x="9380795" y="2678231"/>
                <a:ext cx="3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C5D95C5-4AA7-465C-BB9E-AC087F92F94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371795" y="266959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4DD284D-C7C2-4D4F-B13E-B8B8248F04E1}"/>
                  </a:ext>
                </a:extLst>
              </p14:cNvPr>
              <p14:cNvContentPartPr/>
              <p14:nvPr/>
            </p14:nvContentPartPr>
            <p14:xfrm>
              <a:off x="12301835" y="7163111"/>
              <a:ext cx="2116080" cy="9068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4DD284D-C7C2-4D4F-B13E-B8B8248F04E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2292835" y="7154111"/>
                <a:ext cx="2133720" cy="9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9A227AE-4B57-4073-BE5B-31BEBF610001}"/>
                  </a:ext>
                </a:extLst>
              </p14:cNvPr>
              <p14:cNvContentPartPr/>
              <p14:nvPr/>
            </p14:nvContentPartPr>
            <p14:xfrm>
              <a:off x="12994835" y="7842071"/>
              <a:ext cx="1204560" cy="4406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9A227AE-4B57-4073-BE5B-31BEBF61000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2941195" y="7734071"/>
                <a:ext cx="1312200" cy="65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5E777E2-81B2-49A7-BEE2-27AA02E7A36B}"/>
                  </a:ext>
                </a:extLst>
              </p14:cNvPr>
              <p14:cNvContentPartPr/>
              <p14:nvPr/>
            </p14:nvContentPartPr>
            <p14:xfrm>
              <a:off x="12855875" y="7713021"/>
              <a:ext cx="1668960" cy="4114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5E777E2-81B2-49A7-BEE2-27AA02E7A36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2792875" y="7650021"/>
                <a:ext cx="1794600" cy="53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547D3F7-D571-4342-B0CF-75E904A534F0}"/>
                  </a:ext>
                </a:extLst>
              </p14:cNvPr>
              <p14:cNvContentPartPr/>
              <p14:nvPr/>
            </p14:nvContentPartPr>
            <p14:xfrm>
              <a:off x="-581125" y="1323021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547D3F7-D571-4342-B0CF-75E904A534F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-644125" y="1260381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242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8658" y="1119307"/>
            <a:ext cx="7766685" cy="1229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Introduction: The Foundation of Quality Software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88658" y="2605207"/>
            <a:ext cx="7766685" cy="2167176"/>
          </a:xfrm>
          <a:prstGeom prst="roundRect">
            <a:avLst>
              <a:gd name="adj" fmla="val 3813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69" y="2809518"/>
            <a:ext cx="590193" cy="590193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251" y="2971681"/>
            <a:ext cx="265628" cy="26562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92969" y="3570327"/>
            <a:ext cx="3034308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is Software Testing?</a:t>
            </a:r>
            <a:endParaRPr lang="en-US" sz="1900" dirty="0"/>
          </a:p>
        </p:txBody>
      </p:sp>
      <p:sp>
        <p:nvSpPr>
          <p:cNvPr id="8" name="Text 3"/>
          <p:cNvSpPr/>
          <p:nvPr/>
        </p:nvSpPr>
        <p:spPr>
          <a:xfrm>
            <a:off x="892969" y="3980140"/>
            <a:ext cx="7358063" cy="587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systematic process of evaluating software to identify defects and ensure it meets specified requirements before deployment.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688658" y="4942999"/>
            <a:ext cx="7766685" cy="2167176"/>
          </a:xfrm>
          <a:prstGeom prst="roundRect">
            <a:avLst>
              <a:gd name="adj" fmla="val 3813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969" y="5147310"/>
            <a:ext cx="590193" cy="590193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5251" y="5309473"/>
            <a:ext cx="265628" cy="26562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92969" y="5908119"/>
            <a:ext cx="2699861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Why is Testing Crucial?</a:t>
            </a:r>
            <a:endParaRPr lang="en-US" sz="1900" dirty="0"/>
          </a:p>
        </p:txBody>
      </p:sp>
      <p:sp>
        <p:nvSpPr>
          <p:cNvPr id="13" name="Text 6"/>
          <p:cNvSpPr/>
          <p:nvPr/>
        </p:nvSpPr>
        <p:spPr>
          <a:xfrm>
            <a:off x="892969" y="6317933"/>
            <a:ext cx="7358063" cy="587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Catches bugs early, saves costs, enhances user satisfaction, prevents reputational damage, and ensures secure, reliable performance.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2170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Understanding the STLC: A Structured Approach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06234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is the Software Testing Life Cycle?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141708"/>
            <a:ext cx="350150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systematic process that outlines the sequence of activities performed during software testing. It ensures that testing is conducted methodically, from initial requirements to final closure.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342721" y="32062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Purpose of STLC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342721" y="3787378"/>
            <a:ext cx="3501509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Provides a clear framework for quality assurance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Detects defects early, reducing rework costs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Ensures all requirements are met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Delivers high-quality, defect-free products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34E8110-908E-4F65-81C7-922D6266DB83}"/>
                  </a:ext>
                </a:extLst>
              </p14:cNvPr>
              <p14:cNvContentPartPr/>
              <p14:nvPr/>
            </p14:nvContentPartPr>
            <p14:xfrm>
              <a:off x="12765896" y="7592020"/>
              <a:ext cx="1675800" cy="516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34E8110-908E-4F65-81C7-922D6266DB8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03256" y="7529020"/>
                <a:ext cx="1801440" cy="64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3790997-409E-4142-8BFD-B31822232F93}"/>
                  </a:ext>
                </a:extLst>
              </p14:cNvPr>
              <p14:cNvContentPartPr/>
              <p14:nvPr/>
            </p14:nvContentPartPr>
            <p14:xfrm>
              <a:off x="14416835" y="7846391"/>
              <a:ext cx="61200" cy="168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3790997-409E-4142-8BFD-B31822232F9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353835" y="7783391"/>
                <a:ext cx="18684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A8A3D71-FA10-4502-8A41-C6406BF1E188}"/>
                  </a:ext>
                </a:extLst>
              </p14:cNvPr>
              <p14:cNvContentPartPr/>
              <p14:nvPr/>
            </p14:nvContentPartPr>
            <p14:xfrm>
              <a:off x="12897995" y="7968431"/>
              <a:ext cx="984960" cy="12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A8A3D71-FA10-4502-8A41-C6406BF1E18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835355" y="7905791"/>
                <a:ext cx="111060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CF09B8B-F38A-4FDD-82CD-5213A304E347}"/>
                  </a:ext>
                </a:extLst>
              </p14:cNvPr>
              <p14:cNvContentPartPr/>
              <p14:nvPr/>
            </p14:nvContentPartPr>
            <p14:xfrm>
              <a:off x="13843715" y="8068151"/>
              <a:ext cx="21672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CF09B8B-F38A-4FDD-82CD-5213A304E34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780715" y="8005151"/>
                <a:ext cx="34236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26106" y="524947"/>
            <a:ext cx="9556671" cy="551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Six Phases of STLC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106" y="1351002"/>
            <a:ext cx="882372" cy="10589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45757" y="1527453"/>
            <a:ext cx="2261711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Requirement Analysis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106" y="2409944"/>
            <a:ext cx="882372" cy="105894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45757" y="2586395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Test Planning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6106" y="3468886"/>
            <a:ext cx="882372" cy="105894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45757" y="3645337"/>
            <a:ext cx="2460665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Test Case Development</a:t>
            </a:r>
            <a:endParaRPr lang="en-US" sz="17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6106" y="4527828"/>
            <a:ext cx="882372" cy="105894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245757" y="4704278"/>
            <a:ext cx="2500551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Test Environment Setup</a:t>
            </a:r>
            <a:endParaRPr lang="en-US" sz="17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6106" y="5586770"/>
            <a:ext cx="882372" cy="105894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245757" y="5763220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Test Execution</a:t>
            </a:r>
            <a:endParaRPr lang="en-US" sz="17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6106" y="6645712"/>
            <a:ext cx="882372" cy="105894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2245757" y="6822162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Test Cycle Closure</a:t>
            </a:r>
            <a:endParaRPr lang="en-US" sz="17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5A96A50-441B-4998-AE76-3C0D3BFCD0E8}"/>
                  </a:ext>
                </a:extLst>
              </p14:cNvPr>
              <p14:cNvContentPartPr/>
              <p14:nvPr/>
            </p14:nvContentPartPr>
            <p14:xfrm>
              <a:off x="12853715" y="7695911"/>
              <a:ext cx="1657080" cy="3758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5A96A50-441B-4998-AE76-3C0D3BFCD0E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791075" y="7633271"/>
                <a:ext cx="1782720" cy="501480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319E8CC8-3298-4DC6-962B-875CAE941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954" y="1803202"/>
            <a:ext cx="8890279" cy="456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6591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1 &amp; 2: Laying the Groundwork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423636"/>
            <a:ext cx="7556421" cy="2456617"/>
          </a:xfrm>
          <a:prstGeom prst="roundRect">
            <a:avLst>
              <a:gd name="adj" fmla="val 387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9C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10670" y="2454116"/>
            <a:ext cx="907256" cy="2395657"/>
          </a:xfrm>
          <a:prstGeom prst="roundRect">
            <a:avLst>
              <a:gd name="adj" fmla="val 6469"/>
            </a:avLst>
          </a:prstGeom>
          <a:solidFill>
            <a:srgbClr val="E2E3E9"/>
          </a:solidFill>
          <a:ln/>
        </p:spPr>
      </p:sp>
      <p:sp>
        <p:nvSpPr>
          <p:cNvPr id="6" name="Text 3"/>
          <p:cNvSpPr/>
          <p:nvPr/>
        </p:nvSpPr>
        <p:spPr>
          <a:xfrm>
            <a:off x="6590348" y="343923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7444740" y="2680930"/>
            <a:ext cx="29065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Requirement Analysis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444740" y="3171349"/>
            <a:ext cx="613457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Understanding and analysing software requirements (functional and non-functional). Identifying testable requirements, ambiguities, and potential risks. Clarifying doubts with stakeholders to ensure shared understanding.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6280190" y="5107067"/>
            <a:ext cx="7556421" cy="2456617"/>
          </a:xfrm>
          <a:prstGeom prst="roundRect">
            <a:avLst>
              <a:gd name="adj" fmla="val 387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9C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10670" y="5137547"/>
            <a:ext cx="907256" cy="2395657"/>
          </a:xfrm>
          <a:prstGeom prst="roundRect">
            <a:avLst>
              <a:gd name="adj" fmla="val 6469"/>
            </a:avLst>
          </a:prstGeom>
          <a:solidFill>
            <a:srgbClr val="E2E3E9"/>
          </a:solidFill>
          <a:ln/>
        </p:spPr>
      </p:sp>
      <p:sp>
        <p:nvSpPr>
          <p:cNvPr id="11" name="Text 8"/>
          <p:cNvSpPr/>
          <p:nvPr/>
        </p:nvSpPr>
        <p:spPr>
          <a:xfrm>
            <a:off x="6590348" y="612267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9"/>
          <p:cNvSpPr/>
          <p:nvPr/>
        </p:nvSpPr>
        <p:spPr>
          <a:xfrm>
            <a:off x="7444740" y="53643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Test Planning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44740" y="5854779"/>
            <a:ext cx="613457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Defining the overall testing strategy, scope, and approach. Identifying necessary resources, tools, and effort estimation. Establishing entry and exit criteria for each phase. Creating a detailed Test Plan document.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61E6770-47F8-4B76-BDC2-0E78AB466BEB}"/>
                  </a:ext>
                </a:extLst>
              </p14:cNvPr>
              <p14:cNvContentPartPr/>
              <p14:nvPr/>
            </p14:nvContentPartPr>
            <p14:xfrm>
              <a:off x="12918515" y="7754231"/>
              <a:ext cx="1618920" cy="3265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61E6770-47F8-4B76-BDC2-0E78AB466BE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55515" y="7691231"/>
                <a:ext cx="1744560" cy="452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7989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3 &amp; 4: Preparing for Action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064431"/>
            <a:ext cx="31621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Test Case Development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3645575"/>
            <a:ext cx="3501509" cy="3061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Designing detailed, step-by-step test cases based on analysed requirements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Creating test scripts and preparing necessary test data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Ensuring coverage of all identified requirements and scenarios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342721" y="3064431"/>
            <a:ext cx="32134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Test Environment Setup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342721" y="3645575"/>
            <a:ext cx="3501509" cy="3424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Configuring hardware, software, and network configurations required for testing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Ensuring the test environment accurately mimics production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Verifying tools and utilities are installed and functional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56DF130-4CC5-438B-A566-4FBA258209B7}"/>
                  </a:ext>
                </a:extLst>
              </p14:cNvPr>
              <p14:cNvContentPartPr/>
              <p14:nvPr/>
            </p14:nvContentPartPr>
            <p14:xfrm>
              <a:off x="12776675" y="7763951"/>
              <a:ext cx="1717920" cy="3394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56DF130-4CC5-438B-A566-4FBA258209B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13675" y="7701311"/>
                <a:ext cx="1843560" cy="465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658535"/>
            <a:ext cx="7061597" cy="663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5: The Core of Testing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42950" y="1619726"/>
            <a:ext cx="3729752" cy="3369469"/>
          </a:xfrm>
          <a:prstGeom prst="roundRect">
            <a:avLst>
              <a:gd name="adj" fmla="val 264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739" y="1839516"/>
            <a:ext cx="636746" cy="63674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7880" y="2014657"/>
            <a:ext cx="286464" cy="28646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62739" y="2674858"/>
            <a:ext cx="2653427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Test Execution</a:t>
            </a:r>
            <a:endParaRPr lang="en-US" sz="2050" dirty="0"/>
          </a:p>
        </p:txBody>
      </p:sp>
      <p:sp>
        <p:nvSpPr>
          <p:cNvPr id="8" name="Text 3"/>
          <p:cNvSpPr/>
          <p:nvPr/>
        </p:nvSpPr>
        <p:spPr>
          <a:xfrm>
            <a:off x="962739" y="3125748"/>
            <a:ext cx="3290173" cy="1314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Running prepared test cases systematically and identifying, documenting, and tracking defects found during execution.</a:t>
            </a:r>
            <a:endParaRPr lang="en-US" sz="1650" dirty="0"/>
          </a:p>
        </p:txBody>
      </p:sp>
      <p:sp>
        <p:nvSpPr>
          <p:cNvPr id="9" name="Shape 4"/>
          <p:cNvSpPr/>
          <p:nvPr/>
        </p:nvSpPr>
        <p:spPr>
          <a:xfrm>
            <a:off x="4671298" y="1619726"/>
            <a:ext cx="3729752" cy="3369469"/>
          </a:xfrm>
          <a:prstGeom prst="roundRect">
            <a:avLst>
              <a:gd name="adj" fmla="val 264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1088" y="1839516"/>
            <a:ext cx="636746" cy="636746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66228" y="2014657"/>
            <a:ext cx="286464" cy="28646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891088" y="2674858"/>
            <a:ext cx="2653427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Result Comparison</a:t>
            </a:r>
            <a:endParaRPr lang="en-US" sz="2050" dirty="0"/>
          </a:p>
        </p:txBody>
      </p:sp>
      <p:sp>
        <p:nvSpPr>
          <p:cNvPr id="13" name="Text 6"/>
          <p:cNvSpPr/>
          <p:nvPr/>
        </p:nvSpPr>
        <p:spPr>
          <a:xfrm>
            <a:off x="4891088" y="3125748"/>
            <a:ext cx="3290173" cy="1643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Comparing actual results with expected results to identify discrepancies and ensure functionality meets specifications.</a:t>
            </a:r>
            <a:endParaRPr lang="en-US" sz="1650" dirty="0"/>
          </a:p>
        </p:txBody>
      </p:sp>
      <p:sp>
        <p:nvSpPr>
          <p:cNvPr id="14" name="Shape 7"/>
          <p:cNvSpPr/>
          <p:nvPr/>
        </p:nvSpPr>
        <p:spPr>
          <a:xfrm>
            <a:off x="742950" y="5187791"/>
            <a:ext cx="7658100" cy="2383274"/>
          </a:xfrm>
          <a:prstGeom prst="roundRect">
            <a:avLst>
              <a:gd name="adj" fmla="val 3741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739" y="5407581"/>
            <a:ext cx="636746" cy="636746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37880" y="5582722"/>
            <a:ext cx="286464" cy="286464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62739" y="6242923"/>
            <a:ext cx="2653427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Testing Types</a:t>
            </a:r>
            <a:endParaRPr lang="en-US" sz="2050" dirty="0"/>
          </a:p>
        </p:txBody>
      </p:sp>
      <p:sp>
        <p:nvSpPr>
          <p:cNvPr id="18" name="Text 9"/>
          <p:cNvSpPr/>
          <p:nvPr/>
        </p:nvSpPr>
        <p:spPr>
          <a:xfrm>
            <a:off x="962739" y="6693813"/>
            <a:ext cx="7218521" cy="65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Performing various types of testing including functional, regression, performance, security, and usability testing.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8146" y="974408"/>
            <a:ext cx="7544038" cy="56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6: Wrapping Up and Learning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118146" y="1595914"/>
            <a:ext cx="2256473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Test Cycle Closure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118146" y="2093357"/>
            <a:ext cx="180499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8146" y="2377321"/>
            <a:ext cx="7880509" cy="228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18146" y="2513290"/>
            <a:ext cx="2256473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Finalise Activities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118146" y="2881432"/>
            <a:ext cx="7880509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Complete all testing activities for the current cycle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118146" y="3419713"/>
            <a:ext cx="180499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8146" y="3685580"/>
            <a:ext cx="7880509" cy="228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18146" y="3839647"/>
            <a:ext cx="2256473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Analyse Results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6118146" y="4207788"/>
            <a:ext cx="7880509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Review test results and defect reports thoroughly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118146" y="4746069"/>
            <a:ext cx="180499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4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8146" y="4993958"/>
            <a:ext cx="7880509" cy="228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18146" y="5166003"/>
            <a:ext cx="2256473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Document Learnings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6118146" y="5534144"/>
            <a:ext cx="7880509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Capture key metrics and recommendations for future cycles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6118146" y="6072426"/>
            <a:ext cx="180499" cy="22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4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8146" y="6302216"/>
            <a:ext cx="7880509" cy="228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118146" y="6492359"/>
            <a:ext cx="2256473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Prepare Report</a:t>
            </a:r>
            <a:endParaRPr lang="en-US" sz="1750" dirty="0"/>
          </a:p>
        </p:txBody>
      </p:sp>
      <p:sp>
        <p:nvSpPr>
          <p:cNvPr id="20" name="Text 13"/>
          <p:cNvSpPr/>
          <p:nvPr/>
        </p:nvSpPr>
        <p:spPr>
          <a:xfrm>
            <a:off x="6118146" y="6860500"/>
            <a:ext cx="7880509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Create Test Closure Report for stakeholders</a:t>
            </a:r>
            <a:endParaRPr lang="en-US" sz="1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B329C06-3BB5-4DD1-B4FB-D22179E2FB7E}"/>
                  </a:ext>
                </a:extLst>
              </p14:cNvPr>
              <p14:cNvContentPartPr/>
              <p14:nvPr/>
            </p14:nvContentPartPr>
            <p14:xfrm>
              <a:off x="12854795" y="7800311"/>
              <a:ext cx="1669680" cy="3009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B329C06-3BB5-4DD1-B4FB-D22179E2FB7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92155" y="7737671"/>
                <a:ext cx="1795320" cy="426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A22EF4CD-0398-4175-8B19-3447FB9A3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3380" y="1250099"/>
            <a:ext cx="9339147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Instrument Sans Semi Bold" panose="020B0604020202020204" charset="0"/>
              </a:rPr>
              <a:t>Testing Mechanisms Used in STLC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Manual Testing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Automation Testing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Black Box Testing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White Box Testing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Grey Box Testing</a:t>
            </a:r>
          </a:p>
        </p:txBody>
      </p:sp>
    </p:spTree>
    <p:extLst>
      <p:ext uri="{BB962C8B-B14F-4D97-AF65-F5344CB8AC3E}">
        <p14:creationId xmlns:p14="http://schemas.microsoft.com/office/powerpoint/2010/main" val="3331178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27597"/>
            <a:ext cx="99470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Importance of a Structured STLC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890004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57720" y="2890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Cost-Effectiveness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757720" y="3380423"/>
            <a:ext cx="541567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Early defect detection in planning can cost as little as $100 to fix, compared to $10,000+ in production—a 100x difference in repair costs.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6884" y="2890004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20814" y="2890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Improved Quality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420814" y="3380423"/>
            <a:ext cx="541579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systematic approach minimises the risk of missed defects, leading to more reliable, robust software that users can trust.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922758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57720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Efficiency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736204" y="5413177"/>
            <a:ext cx="541567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Clear phases and deliverables streamline the testing process, reducing wasted effort and accelerating time-to-market.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6884" y="4922758"/>
            <a:ext cx="680442" cy="6804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420814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Predictability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420814" y="5413177"/>
            <a:ext cx="541579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Provides a measurable and repeatable workflow, allowing for better project management and resource allocation.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EA92C5B-F0E3-4CEB-B425-35B8E4596C66}"/>
                  </a:ext>
                </a:extLst>
              </p14:cNvPr>
              <p14:cNvContentPartPr/>
              <p14:nvPr/>
            </p14:nvContentPartPr>
            <p14:xfrm>
              <a:off x="12823115" y="7736591"/>
              <a:ext cx="1655640" cy="3978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EA92C5B-F0E3-4CEB-B425-35B8E4596C6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760115" y="7673591"/>
                <a:ext cx="1781280" cy="523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060029" y="127173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4060030" y="2776676"/>
            <a:ext cx="72162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Software Testing Life Cycle is not just a process; it’s commitment to quality.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060031" y="367724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By adhering to its structured phases, teams can proactively identify and resolve issues, ensuring the delivery of robust, user-friendly software.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060030" y="472711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well-executed STLC transforms testing from a reactive task into a strategic asset, building confidence in every release and delivering value to end-users consistently.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D0C180A-2823-41E5-8337-8A5D840886FE}"/>
                  </a:ext>
                </a:extLst>
              </p14:cNvPr>
              <p14:cNvContentPartPr/>
              <p14:nvPr/>
            </p14:nvContentPartPr>
            <p14:xfrm>
              <a:off x="12658235" y="7690151"/>
              <a:ext cx="1814760" cy="533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D0C180A-2823-41E5-8337-8A5D840886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595595" y="7627151"/>
                <a:ext cx="1940400" cy="659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644557-165F-4C97-88B9-F73C622E221A}"/>
              </a:ext>
            </a:extLst>
          </p:cNvPr>
          <p:cNvSpPr txBox="1"/>
          <p:nvPr/>
        </p:nvSpPr>
        <p:spPr>
          <a:xfrm>
            <a:off x="1452282" y="2747707"/>
            <a:ext cx="1256493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solidFill>
                  <a:schemeClr val="tx2">
                    <a:lumMod val="75000"/>
                  </a:schemeClr>
                </a:solidFill>
                <a:latin typeface="Bodoni MT Black" panose="02070A03080606020203" pitchFamily="18" charset="0"/>
              </a:rPr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4216951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616</Words>
  <Application>Microsoft Office PowerPoint</Application>
  <PresentationFormat>Custom</PresentationFormat>
  <Paragraphs>95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Instrument Sans Semi Bold</vt:lpstr>
      <vt:lpstr>Instrument Sans Light</vt:lpstr>
      <vt:lpstr>Bodoni MT Black</vt:lpstr>
      <vt:lpstr>Calibri</vt:lpstr>
      <vt:lpstr>Instrument Sans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Manila Aryal</cp:lastModifiedBy>
  <cp:revision>12</cp:revision>
  <dcterms:created xsi:type="dcterms:W3CDTF">2026-03-15T15:31:48Z</dcterms:created>
  <dcterms:modified xsi:type="dcterms:W3CDTF">2026-03-16T15:49:52Z</dcterms:modified>
</cp:coreProperties>
</file>