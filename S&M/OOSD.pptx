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4" r:id="rId1"/>
  </p:sldMasterIdLst>
  <p:notesMasterIdLst>
    <p:notesMasterId r:id="rId18"/>
  </p:notes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48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E3619-CEAA-4AB4-BD95-E9E4D6D6D1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75720-6208-416B-B0CE-A3420AC63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6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9780-2F9B-479D-B114-D8A6BB44414E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18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8ADD-7E29-4FCB-9BC7-7C8878684F4E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57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0E6-63A7-4B66-921D-0F1FC9087E9C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947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AA7FE-C21E-46E7-8CED-C40097C001BE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6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5948-426B-4103-ADD1-015B3B587BDB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91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0274-B489-415A-9236-43824BC64ABF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985A1-B506-4486-9307-87B54B2E127F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18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CCF70-2078-4057-9D92-2972F634834F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23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3DF86-C365-4F76-81D8-F49EBB433B45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9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FC78-DA26-4CD4-8F0B-1DB8B487142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2926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FC78-DA26-4CD4-8F0B-1DB8B487142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520001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FC78-DA26-4CD4-8F0B-1DB8B487142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7113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FC78-DA26-4CD4-8F0B-1DB8B487142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788370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9FC78-DA26-4CD4-8F0B-1DB8B487142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8725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BDF5-E498-44A5-A4BE-D772FCF334D9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8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CBFA-8042-402D-A13C-69021E9FE5A6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752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9FC78-DA26-4CD4-8F0B-1DB8B487142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90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dirty="0"/>
              <a:t>Object Oriented Software Development(OOSD)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altLang="en-US"/>
              <a:t>-By Sudip Khadka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>
                <a:sym typeface="+mn-ea"/>
              </a:rPr>
              <a:t>What is OOSD?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A software development strategy that organizes software as a collection of discrete objects.</a:t>
            </a:r>
          </a:p>
          <a:p>
            <a:r>
              <a:rPr lang="en-US" altLang="en-US"/>
              <a:t>Real-World Modeling: It mimics how we perceive the world by grouping data and behavior together.</a:t>
            </a:r>
          </a:p>
          <a:p>
            <a:r>
              <a:rPr lang="en-US" altLang="en-US"/>
              <a:t>Goal: To make software more modular, flexible, and easier to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>
                <a:sym typeface="+mn-ea"/>
              </a:rPr>
              <a:t>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/>
              <a:t>Class: Blueprint used to create objects.</a:t>
            </a:r>
            <a:endParaRPr lang="en-US" altLang="en-US"/>
          </a:p>
          <a:p>
            <a:r>
              <a:rPr lang="en-US" altLang="en-US"/>
              <a:t>Encapsulation: Data hiding and protection.</a:t>
            </a:r>
          </a:p>
          <a:p>
            <a:r>
              <a:rPr lang="en-US" altLang="en-US"/>
              <a:t>Inheritance: Reusing code from existing classes.</a:t>
            </a:r>
          </a:p>
          <a:p>
            <a:r>
              <a:rPr lang="en-US" altLang="en-US"/>
              <a:t>Polymorphism: One interface, multiple actions.</a:t>
            </a:r>
          </a:p>
          <a:p>
            <a:r>
              <a:rPr lang="en-US" altLang="en-US"/>
              <a:t>Abstraction: Hiding complexity to show only essentials.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/>
              <a:t>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A Class is a template or blueprint</a:t>
            </a:r>
            <a:r>
              <a:rPr lang="en-GB" altLang="en-US"/>
              <a:t> </a:t>
            </a:r>
            <a:r>
              <a:rPr lang="en-US" altLang="en-US"/>
              <a:t>used to create objects.</a:t>
            </a:r>
          </a:p>
          <a:p>
            <a:r>
              <a:rPr lang="en-US" altLang="en-US"/>
              <a:t>It defines what attributes and methods the objects will have.</a:t>
            </a:r>
          </a:p>
          <a:p>
            <a:r>
              <a:rPr lang="en-GB" altLang="en-US"/>
              <a:t>Defining a class doesn’t define any object,  but it only creates a template.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/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Information Hiding</a:t>
            </a:r>
          </a:p>
          <a:p>
            <a:r>
              <a:rPr lang="en-GB" altLang="en-US"/>
              <a:t>It separates the internal functioning of the object from external functioning.</a:t>
            </a:r>
          </a:p>
          <a:p>
            <a:r>
              <a:rPr lang="en-US" altLang="en-US"/>
              <a:t>Restricts direct access to some components to prevent accidental changes.</a:t>
            </a:r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02965"/>
          </a:xfrm>
        </p:spPr>
        <p:txBody>
          <a:bodyPr>
            <a:normAutofit/>
          </a:bodyPr>
          <a:lstStyle/>
          <a:p>
            <a:r>
              <a:rPr lang="en-US" altLang="en-US"/>
              <a:t>Code Reusability</a:t>
            </a:r>
          </a:p>
          <a:p>
            <a:r>
              <a:rPr lang="en-US" altLang="en-US"/>
              <a:t>Allows a </a:t>
            </a:r>
            <a:r>
              <a:rPr lang="en-GB" altLang="en-US"/>
              <a:t>s</a:t>
            </a:r>
            <a:r>
              <a:rPr lang="en-US" altLang="en-US"/>
              <a:t>ubc</a:t>
            </a:r>
            <a:r>
              <a:rPr lang="en-GB" altLang="en-US"/>
              <a:t>l</a:t>
            </a:r>
            <a:r>
              <a:rPr lang="en-US" altLang="en-US"/>
              <a:t>ass to inherit properties from an existing class (Superclass).</a:t>
            </a:r>
          </a:p>
          <a:p>
            <a:r>
              <a:rPr lang="en-US" altLang="en-US"/>
              <a:t>Helps avoid rewriting the same code multiple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Many Forms</a:t>
            </a:r>
          </a:p>
          <a:p>
            <a:r>
              <a:rPr lang="en-US" altLang="en-US">
                <a:sym typeface="+mn-ea"/>
              </a:rPr>
              <a:t>Greek Meaning: "Poly" (many) + "Morph" (form)</a:t>
            </a:r>
            <a:r>
              <a:rPr lang="en-GB" altLang="en-US">
                <a:sym typeface="+mn-ea"/>
              </a:rPr>
              <a:t>.</a:t>
            </a:r>
          </a:p>
          <a:p>
            <a:r>
              <a:rPr lang="en-US" altLang="en-US"/>
              <a:t>It allows one interface or method to perform different tasks.</a:t>
            </a:r>
          </a:p>
          <a:p>
            <a:r>
              <a:rPr lang="en-US" altLang="en-US"/>
              <a:t>Allows different objects to respond to the same function call in their own way.</a:t>
            </a:r>
          </a:p>
          <a:p>
            <a:r>
              <a:rPr lang="en-US" altLang="en-US"/>
              <a:t>It reduces code duplication.</a:t>
            </a:r>
          </a:p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/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150" y="1816100"/>
            <a:ext cx="10515600" cy="4351338"/>
          </a:xfrm>
        </p:spPr>
        <p:txBody>
          <a:bodyPr>
            <a:normAutofit/>
          </a:bodyPr>
          <a:lstStyle/>
          <a:p>
            <a:r>
              <a:rPr lang="en-GB" altLang="en-US"/>
              <a:t>Providing only needed information to the outside world and hiding information details.</a:t>
            </a:r>
            <a:endParaRPr lang="en-US" altLang="en-US"/>
          </a:p>
          <a:p>
            <a:r>
              <a:rPr lang="en-US" altLang="en-US"/>
              <a:t>Focuses on what an object does instead of how it does it.</a:t>
            </a:r>
          </a:p>
          <a:p>
            <a:r>
              <a:rPr lang="en-US" altLang="en-US"/>
              <a:t>Hides the complex background details from the user.</a:t>
            </a:r>
          </a:p>
          <a:p>
            <a:r>
              <a:rPr lang="en-US" altLang="en-US"/>
              <a:t>Example:</a:t>
            </a:r>
          </a:p>
          <a:p>
            <a:r>
              <a:rPr lang="en-US" altLang="en-US"/>
              <a:t>Driving a Car: You use the steering wheel and pedals. You don’t need to know how the engine burns fuel.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>
                <a:sym typeface="+mn-ea"/>
              </a:rPr>
              <a:t>The Development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Object-Oriented Analysis (OOA)</a:t>
            </a:r>
          </a:p>
          <a:p>
            <a:r>
              <a:rPr lang="en-US" altLang="en-US"/>
              <a:t>Object-Oriented Design (OOD)</a:t>
            </a:r>
          </a:p>
          <a:p>
            <a:r>
              <a:rPr lang="en-US" altLang="en-US"/>
              <a:t>Object-Oriented Implementation (OOI)</a:t>
            </a:r>
          </a:p>
          <a:p>
            <a:r>
              <a:rPr lang="en-GB" altLang="en-US"/>
              <a:t>Object-Oriented Testing(OOT)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/>
              <a:t>Object Oriented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Defining the Problem</a:t>
            </a:r>
          </a:p>
          <a:p>
            <a:r>
              <a:rPr lang="en-US" altLang="en-US"/>
              <a:t>Identifying the objects in the system.</a:t>
            </a:r>
          </a:p>
          <a:p>
            <a:r>
              <a:rPr lang="en-US" altLang="en-US"/>
              <a:t>Understanding the relationships between those objects.</a:t>
            </a:r>
          </a:p>
          <a:p>
            <a:r>
              <a:rPr lang="en-US" altLang="en-US"/>
              <a:t>Defining user requirements and Use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/>
              <a:t>Object Oriented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Planning the Solution</a:t>
            </a:r>
          </a:p>
          <a:p>
            <a:r>
              <a:rPr lang="en-US" altLang="en-US"/>
              <a:t>Defining the specific classes and their hierarchies.</a:t>
            </a:r>
          </a:p>
          <a:p>
            <a:r>
              <a:rPr lang="en-US" altLang="en-US"/>
              <a:t>Mapping out how objects will communicate.</a:t>
            </a:r>
          </a:p>
          <a:p>
            <a:r>
              <a:rPr lang="en-US" altLang="en-US"/>
              <a:t>Creating UML (Unified Modeling Language) diagrams to visualize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/>
              <a:t>Object Oriented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Writing the Code</a:t>
            </a:r>
          </a:p>
          <a:p>
            <a:r>
              <a:rPr lang="en-US" altLang="en-US"/>
              <a:t>Translating the design into a programming language.</a:t>
            </a:r>
          </a:p>
          <a:p>
            <a:r>
              <a:rPr lang="en-US" altLang="en-US"/>
              <a:t>Popular Languages: Python, Java, C++, C#, and Swift.</a:t>
            </a:r>
          </a:p>
          <a:p>
            <a:r>
              <a:rPr lang="en-US" altLang="en-US"/>
              <a:t>Focuses on creating classes and instantiating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/>
              <a:t>Object Oriented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Ensuring Quality</a:t>
            </a:r>
          </a:p>
          <a:p>
            <a:r>
              <a:rPr lang="en-US" altLang="en-US"/>
              <a:t>Unit Testing: Testing individual classes.</a:t>
            </a:r>
          </a:p>
          <a:p>
            <a:r>
              <a:rPr lang="en-US" altLang="en-US"/>
              <a:t>Integration Testing: Testing how objects work together.</a:t>
            </a:r>
          </a:p>
          <a:p>
            <a:r>
              <a:rPr lang="en-US" altLang="en-US"/>
              <a:t>Validation: Ensuring the final system does what the user asked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6105"/>
            <a:ext cx="10515600" cy="1325563"/>
          </a:xfrm>
        </p:spPr>
        <p:txBody>
          <a:bodyPr/>
          <a:lstStyle/>
          <a:p>
            <a:pPr algn="ctr"/>
            <a:r>
              <a:rPr lang="en-GB" altLang="en-US" b="1"/>
              <a:t>Advantages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Reusability: Use the same code for different projects.</a:t>
            </a:r>
          </a:p>
          <a:p>
            <a:r>
              <a:rPr lang="en-US" altLang="en-US"/>
              <a:t>Modularity: Easier to troubleshoot specific parts of the system.</a:t>
            </a:r>
          </a:p>
          <a:p>
            <a:r>
              <a:rPr lang="en-US" altLang="en-US"/>
              <a:t>Maintenance: Changes in one object don't break the whole system.</a:t>
            </a:r>
          </a:p>
          <a:p>
            <a:r>
              <a:rPr lang="en-US" altLang="en-US"/>
              <a:t>Scalability: Systems can grow easily by adding new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/>
              <a:t>OOSD mirrors the real world using Objects and Classes.</a:t>
            </a:r>
            <a:r>
              <a:rPr lang="en-GB" altLang="en-US"/>
              <a:t> </a:t>
            </a:r>
            <a:r>
              <a:rPr lang="en-US" altLang="en-US"/>
              <a:t>It relies on four pillars: Encapsulation, Inheritance, Polymorphism, and Abstraction.</a:t>
            </a:r>
            <a:r>
              <a:rPr lang="en-GB" altLang="en-US"/>
              <a:t> </a:t>
            </a:r>
            <a:r>
              <a:rPr lang="en-US" altLang="en-US"/>
              <a:t>It provides a structured, reusable, and scalable way to build modern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41" y="1784447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8800" dirty="0"/>
              <a:t>Thank You !!!!!!!!!!!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562</Words>
  <Application>Microsoft Office PowerPoint</Application>
  <PresentationFormat>Widescreen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Trebuchet MS</vt:lpstr>
      <vt:lpstr>Wingdings 3</vt:lpstr>
      <vt:lpstr>Facet</vt:lpstr>
      <vt:lpstr>Object Oriented Software Development(OOSD)</vt:lpstr>
      <vt:lpstr>What is OOSD?</vt:lpstr>
      <vt:lpstr>Characteristics</vt:lpstr>
      <vt:lpstr>Class</vt:lpstr>
      <vt:lpstr>Encapsulation</vt:lpstr>
      <vt:lpstr>Inheritance</vt:lpstr>
      <vt:lpstr>Polymorphism</vt:lpstr>
      <vt:lpstr>Abstraction</vt:lpstr>
      <vt:lpstr>The Development Lifecycle</vt:lpstr>
      <vt:lpstr>Object Oriented Analysis</vt:lpstr>
      <vt:lpstr>Object Oriented Design</vt:lpstr>
      <vt:lpstr>Object Oriented Implementation</vt:lpstr>
      <vt:lpstr>Object Oriented Testing</vt:lpstr>
      <vt:lpstr>Advantages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44777</dc:creator>
  <cp:lastModifiedBy>Sontosh</cp:lastModifiedBy>
  <cp:revision>12</cp:revision>
  <dcterms:created xsi:type="dcterms:W3CDTF">2025-07-23T00:59:00Z</dcterms:created>
  <dcterms:modified xsi:type="dcterms:W3CDTF">2026-03-16T04:42:14Z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BDF67A2AAC2347C88395C3C17CB34996_11</vt:lpwstr>
  </property>
  <property fmtid="{D5CDD505-2E9C-101B-9397-08002B2CF9AE}" pid="3" name="KSOProductBuildVer">
    <vt:lpwstr>1033-12.1.0.25242</vt:lpwstr>
  </property>
</Properties>
</file>